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258" r:id="rId2"/>
    <p:sldId id="295" r:id="rId3"/>
    <p:sldId id="357" r:id="rId4"/>
    <p:sldId id="262" r:id="rId5"/>
    <p:sldId id="364" r:id="rId6"/>
    <p:sldId id="365" r:id="rId7"/>
    <p:sldId id="277" r:id="rId8"/>
    <p:sldId id="354" r:id="rId9"/>
    <p:sldId id="363" r:id="rId10"/>
    <p:sldId id="366" r:id="rId11"/>
    <p:sldId id="358" r:id="rId12"/>
    <p:sldId id="361" r:id="rId13"/>
    <p:sldId id="288" r:id="rId14"/>
    <p:sldId id="359" r:id="rId15"/>
    <p:sldId id="350" r:id="rId16"/>
    <p:sldId id="351" r:id="rId17"/>
    <p:sldId id="356" r:id="rId18"/>
    <p:sldId id="355" r:id="rId19"/>
    <p:sldId id="360" r:id="rId20"/>
    <p:sldId id="362" r:id="rId21"/>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ST 2021_Multiple Slide types" id="{58BEDF31-0425-40C4-87B2-EBC1798A92EE}">
          <p14:sldIdLst>
            <p14:sldId id="258"/>
            <p14:sldId id="295"/>
            <p14:sldId id="357"/>
            <p14:sldId id="262"/>
            <p14:sldId id="364"/>
            <p14:sldId id="365"/>
            <p14:sldId id="277"/>
            <p14:sldId id="354"/>
            <p14:sldId id="363"/>
            <p14:sldId id="366"/>
            <p14:sldId id="358"/>
            <p14:sldId id="361"/>
            <p14:sldId id="288"/>
            <p14:sldId id="359"/>
            <p14:sldId id="350"/>
            <p14:sldId id="351"/>
            <p14:sldId id="356"/>
            <p14:sldId id="355"/>
            <p14:sldId id="360"/>
            <p14:sldId id="36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EC9B5"/>
    <a:srgbClr val="69685B"/>
    <a:srgbClr val="FE12ED"/>
    <a:srgbClr val="66AF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14" autoAdjust="0"/>
    <p:restoredTop sz="88959" autoAdjust="0"/>
  </p:normalViewPr>
  <p:slideViewPr>
    <p:cSldViewPr snapToGrid="0" snapToObjects="1">
      <p:cViewPr>
        <p:scale>
          <a:sx n="66" d="100"/>
          <a:sy n="66" d="100"/>
        </p:scale>
        <p:origin x="1963" y="826"/>
      </p:cViewPr>
      <p:guideLst/>
    </p:cSldViewPr>
  </p:slideViewPr>
  <p:notesTextViewPr>
    <p:cViewPr>
      <p:scale>
        <a:sx n="1" d="1"/>
        <a:sy n="1" d="1"/>
      </p:scale>
      <p:origin x="0" y="0"/>
    </p:cViewPr>
  </p:notesTextViewPr>
  <p:sorterViewPr>
    <p:cViewPr>
      <p:scale>
        <a:sx n="50" d="100"/>
        <a:sy n="50" d="100"/>
      </p:scale>
      <p:origin x="0" y="0"/>
    </p:cViewPr>
  </p:sorterViewPr>
  <p:notesViewPr>
    <p:cSldViewPr snapToGrid="0" snapToObjects="1">
      <p:cViewPr varScale="1">
        <p:scale>
          <a:sx n="121" d="100"/>
          <a:sy n="121" d="100"/>
        </p:scale>
        <p:origin x="-4986" y="-10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handoutMaster" Target="handoutMasters/handout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4C89EDB-3FDD-4915-A3CE-62FA29C01A32}" type="datetimeFigureOut">
              <a:rPr lang="en-US" smtClean="0"/>
              <a:t>10/20/2026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A5042649-1860-4D03-9360-22C2D8836B44}" type="slidenum">
              <a:rPr lang="en-US" smtClean="0"/>
              <a:t>‹#›</a:t>
            </a:fld>
            <a:endParaRPr lang="en-US"/>
          </a:p>
        </p:txBody>
      </p:sp>
    </p:spTree>
    <p:extLst>
      <p:ext uri="{BB962C8B-B14F-4D97-AF65-F5344CB8AC3E}">
        <p14:creationId xmlns:p14="http://schemas.microsoft.com/office/powerpoint/2010/main" val="6336618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54499FB-0CC7-453D-9493-CBDCD6D233E2}" type="datetimeFigureOut">
              <a:rPr lang="en-US" smtClean="0"/>
              <a:t>10/20/2026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4476A24B-926E-40EB-9E1B-5321DC3775E5}" type="slidenum">
              <a:rPr lang="en-US" smtClean="0"/>
              <a:t>‹#›</a:t>
            </a:fld>
            <a:endParaRPr lang="en-US"/>
          </a:p>
        </p:txBody>
      </p:sp>
    </p:spTree>
    <p:extLst>
      <p:ext uri="{BB962C8B-B14F-4D97-AF65-F5344CB8AC3E}">
        <p14:creationId xmlns:p14="http://schemas.microsoft.com/office/powerpoint/2010/main" val="2167594663"/>
      </p:ext>
    </p:extLst>
  </p:cSld>
  <p:clrMap bg1="lt1" tx1="dk1" bg2="lt2" tx2="dk2" accent1="accent1" accent2="accent2" accent3="accent3" accent4="accent4" accent5="accent5" accent6="accent6" hlink="hlink" folHlink="folHlink"/>
  <p:notesStyle>
    <a:lvl1pPr marL="117475" indent="-117475" algn="l" defTabSz="914400" rtl="0" eaLnBrk="1" latinLnBrk="0" hangingPunct="1">
      <a:lnSpc>
        <a:spcPct val="110000"/>
      </a:lnSpc>
      <a:buFont typeface="Arial" panose="020B0604020202020204" pitchFamily="34" charset="0"/>
      <a:buChar char="•"/>
      <a:defRPr sz="1400" kern="1200">
        <a:solidFill>
          <a:schemeClr val="tx1"/>
        </a:solidFill>
        <a:latin typeface="+mn-lt"/>
        <a:ea typeface="+mn-ea"/>
        <a:cs typeface="+mn-cs"/>
      </a:defRPr>
    </a:lvl1pPr>
    <a:lvl2pPr marL="228600" indent="-111125" algn="l" defTabSz="914400" rtl="0" eaLnBrk="1" latinLnBrk="0" hangingPunct="1">
      <a:buFont typeface="Arial" panose="020B0604020202020204" pitchFamily="34" charset="0"/>
      <a:buChar char="•"/>
      <a:defRPr sz="1200" kern="1200">
        <a:solidFill>
          <a:schemeClr val="tx1"/>
        </a:solidFill>
        <a:latin typeface="+mn-lt"/>
        <a:ea typeface="+mn-ea"/>
        <a:cs typeface="+mn-cs"/>
      </a:defRPr>
    </a:lvl2pPr>
    <a:lvl3pPr marL="346075" indent="-117475" algn="l" defTabSz="914400" rtl="0" eaLnBrk="1" latinLnBrk="0" hangingPunct="1">
      <a:buFont typeface="Arial" panose="020B0604020202020204" pitchFamily="34" charset="0"/>
      <a:buChar char="•"/>
      <a:defRPr sz="1200" kern="1200">
        <a:solidFill>
          <a:schemeClr val="tx1"/>
        </a:solidFill>
        <a:latin typeface="+mn-lt"/>
        <a:ea typeface="+mn-ea"/>
        <a:cs typeface="+mn-cs"/>
      </a:defRPr>
    </a:lvl3pPr>
    <a:lvl4pPr marL="457200" indent="-111125" algn="l" defTabSz="914400" rtl="0" eaLnBrk="1" latinLnBrk="0" hangingPunct="1">
      <a:buFont typeface="Arial" panose="020B0604020202020204" pitchFamily="34" charset="0"/>
      <a:buChar char="•"/>
      <a:defRPr sz="1200" kern="1200">
        <a:solidFill>
          <a:schemeClr val="tx1"/>
        </a:solidFill>
        <a:latin typeface="+mn-lt"/>
        <a:ea typeface="+mn-ea"/>
        <a:cs typeface="+mn-cs"/>
      </a:defRPr>
    </a:lvl4pPr>
    <a:lvl5pPr marL="457200" indent="0" algn="l" defTabSz="914400" rtl="0" eaLnBrk="1" latinLnBrk="0" hangingPunct="1">
      <a:buFont typeface="Arial" panose="020B0604020202020204" pitchFamily="34" charset="0"/>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[0:25]</a:t>
            </a:r>
          </a:p>
          <a:p/>
          <a:p>
            <a:r>
              <a:t>Good morning. My name is Nazanin.</a:t>
            </a:r>
          </a:p>
          <a:p/>
          <a:p>
            <a:r>
              <a:t>I work on faecal microbiota transplantation — FMT. We take stool from a healthy donor, and we give it to a patient.</a:t>
            </a:r>
          </a:p>
          <a:p/>
          <a:p>
            <a:r>
              <a:t>Today I want to ask one question. The donor is screened. But is the donation we use today really safe?</a:t>
            </a:r>
          </a:p>
        </p:txBody>
      </p:sp>
      <p:sp>
        <p:nvSpPr>
          <p:cNvPr id="4" name="Slide Number Placeholder 3"/>
          <p:cNvSpPr>
            <a:spLocks noGrp="1"/>
          </p:cNvSpPr>
          <p:nvPr>
            <p:ph type="sldNum" sz="quarter" idx="10"/>
          </p:nvPr>
        </p:nvSpPr>
        <p:spPr/>
        <p:txBody>
          <a:bodyPr/>
          <a:lstStyle/>
          <a:p>
            <a:fld id="{4476A24B-926E-40EB-9E1B-5321DC3775E5}" type="slidenum">
              <a:rPr lang="en-US" smtClean="0"/>
              <a:t>1</a:t>
            </a:fld>
            <a:endParaRPr lang="en-US"/>
          </a:p>
        </p:txBody>
      </p:sp>
    </p:spTree>
    <p:extLst>
      <p:ext uri="{BB962C8B-B14F-4D97-AF65-F5344CB8AC3E}">
        <p14:creationId xmlns:p14="http://schemas.microsoft.com/office/powerpoint/2010/main" val="10473285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[0:55]</a:t>
            </a:r>
          </a:p>
          <a:p/>
          <a:p>
            <a:r>
              <a:t>This is how donors are screened today.</a:t>
            </a:r>
          </a:p>
          <a:p/>
          <a:p>
            <a:r>
              <a:t>We test the donor at the start of a donation period, and again at the end. Between these two tests, nothing is checked.</a:t>
            </a:r>
          </a:p>
          <a:p/>
          <a:p>
            <a:r>
              <a:t>Now look at the orange zone. A donor can catch norovirus, shed it for several days, and recover — all inside this window. And very often there are no symptoms. The red bracket is the risk window.</a:t>
            </a:r>
          </a:p>
          <a:p/>
          <a:p>
            <a:r>
              <a:t>So these donations go to patients without being tested.</a:t>
            </a:r>
          </a:p>
          <a:p/>
          <a:p>
            <a:r>
              <a:t>On the lower line, we test at every donation. Now the same infection is found within days, not weeks.</a:t>
            </a:r>
          </a:p>
          <a:p/>
          <a:p>
            <a:r>
              <a:t>This is the gap I want to close.</a:t>
            </a:r>
          </a:p>
        </p:txBody>
      </p:sp>
      <p:sp>
        <p:nvSpPr>
          <p:cNvPr id="4" name="Slide Number Placeholder 3"/>
          <p:cNvSpPr>
            <a:spLocks noGrp="1"/>
          </p:cNvSpPr>
          <p:nvPr>
            <p:ph type="sldNum" sz="quarter" idx="10"/>
          </p:nvPr>
        </p:nvSpPr>
        <p:spPr/>
        <p:txBody>
          <a:bodyPr/>
          <a:lstStyle/>
          <a:p>
            <a:fld id="{4476A24B-926E-40EB-9E1B-5321DC3775E5}" type="slidenum">
              <a:rPr lang="en-US" smtClean="0"/>
              <a:t>2</a:t>
            </a:fld>
            <a:endParaRPr lang="en-US"/>
          </a:p>
        </p:txBody>
      </p:sp>
    </p:spTree>
    <p:extLst>
      <p:ext uri="{BB962C8B-B14F-4D97-AF65-F5344CB8AC3E}">
        <p14:creationId xmlns:p14="http://schemas.microsoft.com/office/powerpoint/2010/main" val="6583200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[0:25]</a:t>
            </a:r>
          </a:p>
          <a:p/>
          <a:p>
            <a:r>
              <a:t>My project has three work packages.</a:t>
            </a:r>
          </a:p>
          <a:p/>
          <a:p>
            <a:r>
              <a:t>Work package one measures the real viral risk in healthy donors.</a:t>
            </a:r>
          </a:p>
          <a:p/>
          <a:p>
            <a:r>
              <a:t>Work package two finds a molecule that can recognise the virus in stool.</a:t>
            </a:r>
          </a:p>
          <a:p/>
          <a:p>
            <a:r>
              <a:t>Work package three turns this molecule into a rapid test.</a:t>
            </a:r>
          </a:p>
          <a:p/>
          <a:p>
            <a:r>
              <a:t>Today I will focus on work package two.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[0:50]</a:t>
            </a:r>
          </a:p>
          <a:p/>
          <a:p>
            <a:r>
              <a:t>These aptamers already exist in the literature. But they were not made in the same way. There are four strategies.</a:t>
            </a:r>
          </a:p>
          <a:p/>
          <a:p>
            <a:r>
              <a:t>In the first, the aptamer was selected against the P-domain — the most variable part of the capsid.</a:t>
            </a:r>
          </a:p>
          <a:p/>
          <a:p>
            <a:r>
              <a:t>In the second, against the whole capsid protein, so the aptamer also sees the conserved part.</a:t>
            </a:r>
          </a:p>
          <a:p/>
          <a:p>
            <a:r>
              <a:t>In the third, against whole virus taken directly from stool. This is the most realistic one.</a:t>
            </a:r>
          </a:p>
          <a:p/>
          <a:p>
            <a:r>
              <a:t>And in the fourth, two genotypes were used together, and the best sequences were then redesigned by computer.</a:t>
            </a:r>
          </a:p>
          <a:p/>
          <a:p>
            <a:r>
              <a:t>My panel covers all four. This is a strength — but it is also a problem.</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76A24B-926E-40EB-9E1B-5321DC3775E5}" type="slidenum">
              <a:rPr lang="en-US" smtClean="0"/>
              <a:t>16</a:t>
            </a:fld>
            <a:endParaRPr lang="en-US"/>
          </a:p>
        </p:txBody>
      </p:sp>
    </p:spTree>
    <p:extLst>
      <p:ext uri="{BB962C8B-B14F-4D97-AF65-F5344CB8AC3E}">
        <p14:creationId xmlns:p14="http://schemas.microsoft.com/office/powerpoint/2010/main" val="1231407571"/>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a:t>
            </a:r>
          </a:p>
          <a:p/>
          <a:p>
            <a:r>
              <a:t>Why norovirus? Four reasons.</a:t>
            </a:r>
          </a:p>
          <a:p/>
          <a:p>
            <a:r>
              <a:t>It is the leading cause of acute gastroenteritis in the world.</a:t>
            </a:r>
          </a:p>
          <a:p/>
          <a:p>
            <a:r>
              <a:t>It spreads very easily in hospitals and care homes — exactly where FMT patients are.</a:t>
            </a:r>
          </a:p>
          <a:p/>
          <a:p>
            <a:r>
              <a:t>The infectious dose is extremely low: about eighteen virus particles.</a:t>
            </a:r>
          </a:p>
          <a:p/>
          <a:p>
            <a:r>
              <a:t>And an infected person sheds billions of copies per gram of stool.</a:t>
            </a:r>
          </a:p>
          <a:p/>
          <a:p>
            <a:r>
              <a:t>So even a very small contamination is already a risk. And FMT patients are often elderly or immunocompromised.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a:t>
            </a:r>
          </a:p>
          <a:p/>
          <a:p>
            <a:r>
              <a:t>In work package one, we follow healthy adults with no symptoms.</a:t>
            </a:r>
          </a:p>
          <a:p/>
          <a:p>
            <a:r>
              <a:t>We collect their stool, and we look for enteric viruses. We do not only ask if the virus is present. We also measure how much.</a:t>
            </a:r>
          </a:p>
          <a:p/>
          <a:p>
            <a:r>
              <a:t>This gives me two things. First, the real level of risk in healthy donors. Second, naturally positive samples, which I will use later to test my assay.</a:t>
            </a:r>
          </a:p>
          <a:p/>
          <a:p>
            <a:r>
              <a:t>Without these numbers, I cannot know how sensitive my test must be.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a:t>
            </a:r>
          </a:p>
          <a:p/>
          <a:p>
            <a:r>
              <a:t>Work package two has three steps.</a:t>
            </a:r>
          </a:p>
          <a:p/>
          <a:p>
            <a:r>
              <a:t>First, I test if my aptamers recognise the virus in a clean buffer.</a:t>
            </a:r>
          </a:p>
          <a:p/>
          <a:p>
            <a:r>
              <a:t>Second, I test them in stool, which is a much harder sample.</a:t>
            </a:r>
          </a:p>
          <a:p/>
          <a:p>
            <a:r>
              <a:t>Third, I select the best one for work package three.</a:t>
            </a:r>
          </a:p>
          <a:p/>
          <a:p>
            <a:r>
              <a:t>One word about aptamers. An aptamer is a short DNA strand. It folds into a shape, and this shape binds the target — like an antibody, but chemical.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a:t>
            </a:r>
          </a:p>
          <a:p/>
          <a:p>
            <a:r>
              <a:t>These are my six candidates, with their sequences.</a:t>
            </a:r>
          </a:p>
          <a:p/>
          <a:p>
            <a:r>
              <a:t>They are between forty and ninety nucleotides. Some exist in two versions, a long one and a short one.</a:t>
            </a:r>
          </a:p>
          <a:p/>
          <a:p>
            <a:r>
              <a:t>All of them carry the same modification, so I can use them in the same assay. This is important for a fair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a:t>
            </a:r>
          </a:p>
          <a:p/>
          <a:p>
            <a:r>
              <a:t>[BLANK SLIDE — add your ELASA figure, then adapt this script.]</a:t>
            </a:r>
          </a:p>
          <a:p/>
          <a:p>
            <a:r>
              <a:t>Here are my first results, with the ELASA assay.</a:t>
            </a:r>
          </a:p>
          <a:p/>
          <a:p>
            <a:r>
              <a:t>Each bar is the signal of one aptamer against its target, divided by the background. Each value is the average of three independent experiments.</a:t>
            </a:r>
          </a:p>
          <a:p/>
          <a:p>
            <a:r>
              <a:t>[Describe the figure — which aptamers bind clearly, and which do not.]</a:t>
            </a:r>
          </a:p>
          <a:p/>
          <a:p>
            <a:r>
              <a:t>The message is [your main result].</a:t>
            </a:r>
          </a:p>
          <a:p/>
          <a:p>
            <a:r>
              <a:t>But I want to be clear about one thing. These measurements are in buffer. In clean, controlled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a:t>
            </a:r>
          </a:p>
          <a:p/>
          <a:p>
            <a:r>
              <a:t>[BLANK SLIDE — a figure would help: six numbers that look rankable, and the conditions hiding behind them.]</a:t>
            </a:r>
          </a:p>
          <a:p/>
          <a:p>
            <a:r>
              <a:t>Now the difficult part. I would like to rank these six aptamers and choose the best one. I cannot.</a:t>
            </a:r>
          </a:p>
          <a:p/>
          <a:p>
            <a:r>
              <a:t>Each one comes from a different laboratory, with a different buffer, a different target, and a different method.</a:t>
            </a:r>
          </a:p>
          <a:p/>
          <a:p>
            <a:r>
              <a:t>And there is a deeper reason. An aptamer is not rigid. It is a flexible strand. It folds, and only the folded shape binds. The ions in the solution control this folding.</a:t>
            </a:r>
          </a:p>
          <a:p/>
          <a:p>
            <a:r>
              <a:t>Salt does three things at the same time, and they work against each other.</a:t>
            </a:r>
          </a:p>
          <a:p/>
          <a:p>
            <a:r>
              <a:t>First, the DNA backbone is negative. To fold, these charges must come close together, and they repel each other. Positive ions screen this repulsion. So salt helps the folding.</a:t>
            </a:r>
          </a:p>
          <a:p/>
          <a:p>
            <a:r>
              <a:t>Second, the aptamer binds a positive area on the virus. This attraction is also electrical, and the same ions screen it. So salt weakens the grip.</a:t>
            </a:r>
          </a:p>
          <a:p/>
          <a:p>
            <a:r>
              <a:t>Third, when binding happens, some ions are released into the solution. This gives extra energy to the binding. But when there is already a lot of salt, there is less to gain.</a:t>
            </a:r>
          </a:p>
          <a:p/>
          <a:p>
            <a:r>
              <a:t>Put the three together, and affinity against salt is not a straight line. It is a curve, with a best point in the middle. And every aptamer has its own curve.</a:t>
            </a:r>
          </a:p>
          <a:p/>
          <a:p>
            <a:r>
              <a:t>So each published value is one single point, on a different curve. When I compare these numbers, I am not comparing sequences. I am comparing buffers.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a:t>
            </a:r>
          </a:p>
          <a:p/>
          <a:p>
            <a:r>
              <a:t>This is my answer: fluorescence polarisation.</a:t>
            </a:r>
          </a:p>
          <a:p/>
          <a:p>
            <a:r>
              <a:t>I put a small fluorescent tag on the aptamer, and I excite it with polarised light.</a:t>
            </a:r>
          </a:p>
          <a:p/>
          <a:p>
            <a:r>
              <a:t>When the aptamer is free, it is small and it turns very fast. During the lifetime of the fluorescence, it changes direction many times. The emitted light is scrambled, so the polarisation is low.</a:t>
            </a:r>
          </a:p>
          <a:p/>
          <a:p>
            <a:r>
              <a:t>When it binds the virus particle, it becomes big and slow. It almost does not turn. The light keeps its direction, so the polarisation is high. This difference is my signal.</a:t>
            </a:r>
          </a:p>
          <a:p/>
          <a:p>
            <a:r>
              <a:t>And the key point is this. Everything happens in solution. Nothing is fixed on a surface. There is no washing step. And I control the ions and the pH myself.</a:t>
            </a:r>
          </a:p>
          <a:p/>
          <a:p>
            <a:r>
              <a:t>So I can measure all six aptamers with one method, and change only the solution.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a:t>
            </a:r>
          </a:p>
          <a:p/>
          <a:p>
            <a:r>
              <a:t>The last step is work package three.</a:t>
            </a:r>
          </a:p>
          <a:p/>
          <a:p>
            <a:r>
              <a:t>The best aptamer goes onto a paper strip, like a pregnancy test. The sample flows along the strip. The aptamer carries gold nanoparticles. If the virus is there, a red line appears.</a:t>
            </a:r>
          </a:p>
          <a:p/>
          <a:p>
            <a:r>
              <a:t>The goal is a result in about fifteen minutes, read with the eye.</a:t>
            </a:r>
          </a:p>
          <a:p/>
          <a:p>
            <a:r>
              <a:t>It will not replace PCR. Its job is to flag a suspicious donation, so that it can be confirmed in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a:t>
            </a:r>
          </a:p>
          <a:p/>
          <a:p>
            <a:r>
              <a:t>So: the donor is screened — but the donation of today is not. That is what I want to change.</a:t>
            </a:r>
          </a:p>
          <a:p/>
          <a:p>
            <a:r>
              <a:t>Thank you for your attention. I am happy to answer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58776" y="546498"/>
            <a:ext cx="8432255" cy="1241080"/>
          </a:xfrm>
        </p:spPr>
        <p:txBody>
          <a:bodyPr anchor="ctr"/>
          <a:lstStyle>
            <a:lvl1pPr>
              <a:defRPr sz="5500" b="0" i="0">
                <a:solidFill>
                  <a:schemeClr val="tx2"/>
                </a:solidFill>
                <a:latin typeface="Bebas Neue Regular" charset="0"/>
                <a:ea typeface="Bebas Neue Regular" charset="0"/>
                <a:cs typeface="Bebas Neue Regular" charset="0"/>
              </a:defRPr>
            </a:lvl1pPr>
          </a:lstStyle>
          <a:p>
            <a:r>
              <a:rPr lang="en-US"/>
              <a:t>Click to edit Master title style</a:t>
            </a:r>
            <a:endParaRPr lang="en-US" dirty="0"/>
          </a:p>
        </p:txBody>
      </p:sp>
      <p:sp>
        <p:nvSpPr>
          <p:cNvPr id="10" name="Text Placeholder 9"/>
          <p:cNvSpPr>
            <a:spLocks noGrp="1"/>
          </p:cNvSpPr>
          <p:nvPr>
            <p:ph type="body" sz="quarter" idx="14" hasCustomPrompt="1"/>
          </p:nvPr>
        </p:nvSpPr>
        <p:spPr>
          <a:xfrm>
            <a:off x="358776" y="2166937"/>
            <a:ext cx="8432189" cy="2268203"/>
          </a:xfrm>
        </p:spPr>
        <p:txBody>
          <a:bodyPr>
            <a:noAutofit/>
          </a:bodyPr>
          <a:lstStyle>
            <a:lvl1pPr marL="0" indent="0">
              <a:lnSpc>
                <a:spcPct val="95000"/>
              </a:lnSpc>
              <a:spcAft>
                <a:spcPts val="0"/>
              </a:spcAft>
              <a:buFont typeface="Arial" panose="020B0604020202020204" pitchFamily="34" charset="0"/>
              <a:buNone/>
              <a:defRPr sz="2100" b="1">
                <a:solidFill>
                  <a:schemeClr val="accent1"/>
                </a:solidFill>
                <a:latin typeface="+mj-lt"/>
              </a:defRPr>
            </a:lvl1pPr>
            <a:lvl2pPr marL="0" indent="0">
              <a:lnSpc>
                <a:spcPct val="95000"/>
              </a:lnSpc>
              <a:spcBef>
                <a:spcPts val="200"/>
              </a:spcBef>
              <a:spcAft>
                <a:spcPts val="0"/>
              </a:spcAft>
              <a:buFont typeface="Arial" charset="0"/>
              <a:buNone/>
              <a:tabLst/>
              <a:defRPr sz="1500" b="1">
                <a:solidFill>
                  <a:schemeClr val="tx2">
                    <a:lumMod val="75000"/>
                  </a:schemeClr>
                </a:solidFill>
                <a:latin typeface="+mj-lt"/>
              </a:defRPr>
            </a:lvl2pPr>
            <a:lvl3pPr marL="357188" indent="-179388">
              <a:lnSpc>
                <a:spcPct val="95000"/>
              </a:lnSpc>
              <a:spcBef>
                <a:spcPts val="0"/>
              </a:spcBef>
              <a:spcAft>
                <a:spcPts val="200"/>
              </a:spcAft>
              <a:buFont typeface="Arial" charset="0"/>
              <a:buChar char="•"/>
              <a:tabLst/>
              <a:defRPr sz="1500">
                <a:solidFill>
                  <a:schemeClr val="tx2">
                    <a:lumMod val="75000"/>
                  </a:schemeClr>
                </a:solidFill>
                <a:latin typeface="+mj-lt"/>
              </a:defRPr>
            </a:lvl3pPr>
            <a:lvl4pPr marL="536575" indent="-179388">
              <a:lnSpc>
                <a:spcPct val="95000"/>
              </a:lnSpc>
              <a:spcBef>
                <a:spcPts val="0"/>
              </a:spcBef>
              <a:spcAft>
                <a:spcPts val="200"/>
              </a:spcAft>
              <a:buFont typeface="Arial" charset="0"/>
              <a:buChar char="•"/>
              <a:tabLst/>
              <a:defRPr sz="1200">
                <a:solidFill>
                  <a:schemeClr val="tx2"/>
                </a:solidFill>
                <a:latin typeface="+mj-lt"/>
              </a:defRPr>
            </a:lvl4pPr>
            <a:lvl5pPr marL="715963" indent="-179388">
              <a:lnSpc>
                <a:spcPct val="95000"/>
              </a:lnSpc>
              <a:spcBef>
                <a:spcPts val="0"/>
              </a:spcBef>
              <a:spcAft>
                <a:spcPts val="200"/>
              </a:spcAft>
              <a:buFont typeface="Arial" charset="0"/>
              <a:buChar char="•"/>
              <a:tabLst/>
              <a:defRPr sz="1050">
                <a:solidFill>
                  <a:schemeClr val="tx2"/>
                </a:solidFill>
                <a:latin typeface="+mj-lt"/>
              </a:defRPr>
            </a:lvl5pPr>
            <a:lvl6pPr marL="357188" indent="-171450">
              <a:spcBef>
                <a:spcPts val="200"/>
              </a:spcBef>
              <a:buFont typeface="Arial" charset="0"/>
              <a:buChar char="•"/>
              <a:tabLst/>
              <a:defRPr sz="1400" b="0">
                <a:solidFill>
                  <a:schemeClr val="tx2">
                    <a:lumMod val="75000"/>
                  </a:schemeClr>
                </a:solidFill>
              </a:defRPr>
            </a:lvl6pPr>
            <a:lvl7pPr marL="536575" indent="-171450">
              <a:spcBef>
                <a:spcPts val="200"/>
              </a:spcBef>
              <a:spcAft>
                <a:spcPts val="0"/>
              </a:spcAft>
              <a:buFont typeface="Arial" charset="0"/>
              <a:buChar char="•"/>
              <a:tabLst/>
              <a:defRPr sz="1200">
                <a:solidFill>
                  <a:schemeClr val="tx2"/>
                </a:solidFill>
              </a:defRPr>
            </a:lvl7pPr>
            <a:lvl8pPr marL="439737" indent="-171450">
              <a:buFont typeface="Arial" charset="0"/>
              <a:buChar char="•"/>
              <a:tabLst/>
              <a:defRPr>
                <a:solidFill>
                  <a:schemeClr val="tx2"/>
                </a:solidFill>
              </a:defRPr>
            </a:lvl8pPr>
            <a:lvl9pPr marL="762000" indent="-209550">
              <a:spcBef>
                <a:spcPts val="200"/>
              </a:spcBef>
              <a:spcAft>
                <a:spcPts val="0"/>
              </a:spcAft>
              <a:buFont typeface="Arial" charset="0"/>
              <a:buChar char="•"/>
              <a:tabLst/>
              <a:defRPr>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1489108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able of Content">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1080947" y="1410891"/>
            <a:ext cx="4751528" cy="756047"/>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30" name="Text Placeholder 29"/>
          <p:cNvSpPr>
            <a:spLocks noGrp="1"/>
          </p:cNvSpPr>
          <p:nvPr>
            <p:ph type="body" sz="quarter" idx="11" hasCustomPrompt="1"/>
          </p:nvPr>
        </p:nvSpPr>
        <p:spPr>
          <a:xfrm>
            <a:off x="360947" y="1410891"/>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22" name="Text Placeholder 2"/>
          <p:cNvSpPr>
            <a:spLocks noGrp="1"/>
          </p:cNvSpPr>
          <p:nvPr>
            <p:ph type="body" idx="28" hasCustomPrompt="1"/>
          </p:nvPr>
        </p:nvSpPr>
        <p:spPr>
          <a:xfrm>
            <a:off x="360947" y="915988"/>
            <a:ext cx="8424000" cy="252412"/>
          </a:xfrm>
        </p:spPr>
        <p:txBody>
          <a:bodyPr anchor="t"/>
          <a:lstStyle>
            <a:lvl1pPr marL="0" indent="0">
              <a:lnSpc>
                <a:spcPct val="85000"/>
              </a:lnSpc>
              <a:spcBef>
                <a:spcPts val="0"/>
              </a:spcBef>
              <a:spcAft>
                <a:spcPts val="0"/>
              </a:spcAft>
              <a:buNone/>
              <a:defRPr sz="1700" b="1" i="0">
                <a:solidFill>
                  <a:schemeClr val="accent1"/>
                </a:solidFill>
                <a:latin typeface="+mj-lt"/>
                <a:ea typeface="Bebas Neue Bold" charset="0"/>
                <a:cs typeface="Bebas Neue Bold"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94" name="Text Placeholder 3"/>
          <p:cNvSpPr>
            <a:spLocks noGrp="1"/>
          </p:cNvSpPr>
          <p:nvPr>
            <p:ph type="body" sz="half" idx="29" hasCustomPrompt="1"/>
          </p:nvPr>
        </p:nvSpPr>
        <p:spPr>
          <a:xfrm>
            <a:off x="1080947" y="2165946"/>
            <a:ext cx="4751528" cy="757039"/>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5" name="Text Placeholder 29"/>
          <p:cNvSpPr>
            <a:spLocks noGrp="1"/>
          </p:cNvSpPr>
          <p:nvPr>
            <p:ph type="body" sz="quarter" idx="30" hasCustomPrompt="1"/>
          </p:nvPr>
        </p:nvSpPr>
        <p:spPr>
          <a:xfrm>
            <a:off x="360947" y="2165946"/>
            <a:ext cx="720000" cy="757039"/>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96" name="Text Placeholder 3"/>
          <p:cNvSpPr>
            <a:spLocks noGrp="1"/>
          </p:cNvSpPr>
          <p:nvPr>
            <p:ph type="body" sz="half" idx="31" hasCustomPrompt="1"/>
          </p:nvPr>
        </p:nvSpPr>
        <p:spPr>
          <a:xfrm>
            <a:off x="1080947" y="2922985"/>
            <a:ext cx="4751528" cy="756047"/>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7" name="Text Placeholder 29"/>
          <p:cNvSpPr>
            <a:spLocks noGrp="1"/>
          </p:cNvSpPr>
          <p:nvPr>
            <p:ph type="body" sz="quarter" idx="32" hasCustomPrompt="1"/>
          </p:nvPr>
        </p:nvSpPr>
        <p:spPr>
          <a:xfrm>
            <a:off x="360947" y="2922985"/>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5" name="Text Placeholder 3"/>
          <p:cNvSpPr>
            <a:spLocks noGrp="1"/>
          </p:cNvSpPr>
          <p:nvPr>
            <p:ph type="body" sz="half" idx="39" hasCustomPrompt="1"/>
          </p:nvPr>
        </p:nvSpPr>
        <p:spPr>
          <a:xfrm>
            <a:off x="1080947" y="3678040"/>
            <a:ext cx="4751528" cy="757039"/>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6" name="Text Placeholder 29"/>
          <p:cNvSpPr>
            <a:spLocks noGrp="1"/>
          </p:cNvSpPr>
          <p:nvPr>
            <p:ph type="body" sz="quarter" idx="40" hasCustomPrompt="1"/>
          </p:nvPr>
        </p:nvSpPr>
        <p:spPr>
          <a:xfrm>
            <a:off x="360947" y="3678040"/>
            <a:ext cx="720000" cy="757039"/>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1" name="Title Placeholder 1"/>
          <p:cNvSpPr>
            <a:spLocks noGrp="1"/>
          </p:cNvSpPr>
          <p:nvPr>
            <p:ph type="title" hasCustomPrompt="1"/>
          </p:nvPr>
        </p:nvSpPr>
        <p:spPr>
          <a:xfrm>
            <a:off x="360000" y="276456"/>
            <a:ext cx="8424000" cy="639532"/>
          </a:xfrm>
          <a:prstGeom prst="rect">
            <a:avLst/>
          </a:prstGeom>
        </p:spPr>
        <p:txBody>
          <a:bodyPr vert="horz" lIns="0" tIns="0" rIns="0" bIns="0" rtlCol="0" anchor="t">
            <a:noAutofit/>
          </a:bodyPr>
          <a:lstStyle/>
          <a:p>
            <a:r>
              <a:rPr lang="en-US" dirty="0"/>
              <a:t>click </a:t>
            </a:r>
            <a:r>
              <a:rPr lang="en-US"/>
              <a:t>to edit master </a:t>
            </a:r>
            <a:r>
              <a:rPr lang="en-US" dirty="0"/>
              <a:t>title style</a:t>
            </a:r>
          </a:p>
        </p:txBody>
      </p:sp>
    </p:spTree>
    <p:extLst>
      <p:ext uri="{BB962C8B-B14F-4D97-AF65-F5344CB8AC3E}">
        <p14:creationId xmlns:p14="http://schemas.microsoft.com/office/powerpoint/2010/main" val="19201263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able of Content">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1080948" y="2166938"/>
            <a:ext cx="3167929" cy="756047"/>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30" name="Text Placeholder 29"/>
          <p:cNvSpPr>
            <a:spLocks noGrp="1"/>
          </p:cNvSpPr>
          <p:nvPr>
            <p:ph type="body" sz="quarter" idx="11" hasCustomPrompt="1"/>
          </p:nvPr>
        </p:nvSpPr>
        <p:spPr>
          <a:xfrm>
            <a:off x="360947" y="2166938"/>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22" name="Text Placeholder 2"/>
          <p:cNvSpPr>
            <a:spLocks noGrp="1"/>
          </p:cNvSpPr>
          <p:nvPr>
            <p:ph type="body" idx="28" hasCustomPrompt="1"/>
          </p:nvPr>
        </p:nvSpPr>
        <p:spPr>
          <a:xfrm>
            <a:off x="360947" y="915988"/>
            <a:ext cx="8424000" cy="252412"/>
          </a:xfrm>
        </p:spPr>
        <p:txBody>
          <a:bodyPr anchor="t"/>
          <a:lstStyle>
            <a:lvl1pPr marL="0" indent="0">
              <a:lnSpc>
                <a:spcPct val="85000"/>
              </a:lnSpc>
              <a:spcBef>
                <a:spcPts val="0"/>
              </a:spcBef>
              <a:spcAft>
                <a:spcPts val="0"/>
              </a:spcAft>
              <a:buNone/>
              <a:defRPr sz="1700" b="1" i="0">
                <a:solidFill>
                  <a:schemeClr val="accent1"/>
                </a:solidFill>
                <a:latin typeface="+mj-lt"/>
                <a:ea typeface="Bebas Neue Bold" charset="0"/>
                <a:cs typeface="Bebas Neue Bold"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94" name="Text Placeholder 3"/>
          <p:cNvSpPr>
            <a:spLocks noGrp="1"/>
          </p:cNvSpPr>
          <p:nvPr>
            <p:ph type="body" sz="half" idx="29" hasCustomPrompt="1"/>
          </p:nvPr>
        </p:nvSpPr>
        <p:spPr>
          <a:xfrm>
            <a:off x="1080948" y="2923609"/>
            <a:ext cx="3167929" cy="756047"/>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5" name="Text Placeholder 29"/>
          <p:cNvSpPr>
            <a:spLocks noGrp="1"/>
          </p:cNvSpPr>
          <p:nvPr>
            <p:ph type="body" sz="quarter" idx="30" hasCustomPrompt="1"/>
          </p:nvPr>
        </p:nvSpPr>
        <p:spPr>
          <a:xfrm>
            <a:off x="360947" y="2923609"/>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96" name="Text Placeholder 3"/>
          <p:cNvSpPr>
            <a:spLocks noGrp="1"/>
          </p:cNvSpPr>
          <p:nvPr>
            <p:ph type="body" sz="half" idx="31" hasCustomPrompt="1"/>
          </p:nvPr>
        </p:nvSpPr>
        <p:spPr>
          <a:xfrm>
            <a:off x="1080948" y="3679656"/>
            <a:ext cx="3167929" cy="755423"/>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7" name="Text Placeholder 29"/>
          <p:cNvSpPr>
            <a:spLocks noGrp="1"/>
          </p:cNvSpPr>
          <p:nvPr>
            <p:ph type="body" sz="quarter" idx="32" hasCustomPrompt="1"/>
          </p:nvPr>
        </p:nvSpPr>
        <p:spPr>
          <a:xfrm>
            <a:off x="360947" y="3679656"/>
            <a:ext cx="720000" cy="755423"/>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98" name="Text Placeholder 3"/>
          <p:cNvSpPr>
            <a:spLocks noGrp="1"/>
          </p:cNvSpPr>
          <p:nvPr>
            <p:ph type="body" sz="half" idx="33" hasCustomPrompt="1"/>
          </p:nvPr>
        </p:nvSpPr>
        <p:spPr>
          <a:xfrm>
            <a:off x="5618747" y="2166938"/>
            <a:ext cx="3166200" cy="756047"/>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9" name="Text Placeholder 29"/>
          <p:cNvSpPr>
            <a:spLocks noGrp="1"/>
          </p:cNvSpPr>
          <p:nvPr>
            <p:ph type="body" sz="quarter" idx="34" hasCustomPrompt="1"/>
          </p:nvPr>
        </p:nvSpPr>
        <p:spPr>
          <a:xfrm>
            <a:off x="4898747" y="2166938"/>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00" name="Text Placeholder 3"/>
          <p:cNvSpPr>
            <a:spLocks noGrp="1"/>
          </p:cNvSpPr>
          <p:nvPr>
            <p:ph type="body" sz="half" idx="35" hasCustomPrompt="1"/>
          </p:nvPr>
        </p:nvSpPr>
        <p:spPr>
          <a:xfrm>
            <a:off x="5618747" y="2923609"/>
            <a:ext cx="3166200" cy="756048"/>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01" name="Text Placeholder 29"/>
          <p:cNvSpPr>
            <a:spLocks noGrp="1"/>
          </p:cNvSpPr>
          <p:nvPr>
            <p:ph type="body" sz="quarter" idx="36" hasCustomPrompt="1"/>
          </p:nvPr>
        </p:nvSpPr>
        <p:spPr>
          <a:xfrm>
            <a:off x="4898747" y="2923609"/>
            <a:ext cx="720000" cy="756048"/>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02" name="Text Placeholder 3"/>
          <p:cNvSpPr>
            <a:spLocks noGrp="1"/>
          </p:cNvSpPr>
          <p:nvPr>
            <p:ph type="body" sz="half" idx="37" hasCustomPrompt="1"/>
          </p:nvPr>
        </p:nvSpPr>
        <p:spPr>
          <a:xfrm>
            <a:off x="5618747" y="3679656"/>
            <a:ext cx="3166200" cy="755423"/>
          </a:xfrm>
        </p:spPr>
        <p:txBody>
          <a:bodyPr anchor="t" anchorCtr="0">
            <a:noAutofit/>
          </a:bodyPr>
          <a:lstStyle>
            <a:lvl1pPr marL="0" indent="0">
              <a:lnSpc>
                <a:spcPts val="1700"/>
              </a:lnSpc>
              <a:buNone/>
              <a:defRPr sz="15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03" name="Text Placeholder 29"/>
          <p:cNvSpPr>
            <a:spLocks noGrp="1"/>
          </p:cNvSpPr>
          <p:nvPr>
            <p:ph type="body" sz="quarter" idx="38" hasCustomPrompt="1"/>
          </p:nvPr>
        </p:nvSpPr>
        <p:spPr>
          <a:xfrm>
            <a:off x="4898747" y="3679656"/>
            <a:ext cx="720000" cy="755423"/>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5" name="Title 1"/>
          <p:cNvSpPr>
            <a:spLocks noGrp="1"/>
          </p:cNvSpPr>
          <p:nvPr>
            <p:ph type="title" hasCustomPrompt="1"/>
          </p:nvPr>
        </p:nvSpPr>
        <p:spPr>
          <a:xfrm>
            <a:off x="360000" y="276622"/>
            <a:ext cx="8424000" cy="639366"/>
          </a:xfrm>
        </p:spPr>
        <p:txBody>
          <a:bodyPr/>
          <a:lstStyle>
            <a:lvl1pPr>
              <a:defRPr/>
            </a:lvl1pPr>
          </a:lstStyle>
          <a:p>
            <a:r>
              <a:rPr lang="en-US" dirty="0"/>
              <a:t>click to edit master title style</a:t>
            </a:r>
          </a:p>
        </p:txBody>
      </p:sp>
    </p:spTree>
    <p:extLst>
      <p:ext uri="{BB962C8B-B14F-4D97-AF65-F5344CB8AC3E}">
        <p14:creationId xmlns:p14="http://schemas.microsoft.com/office/powerpoint/2010/main" val="19933854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able of Content">
    <p:spTree>
      <p:nvGrpSpPr>
        <p:cNvPr id="1" name=""/>
        <p:cNvGrpSpPr/>
        <p:nvPr/>
      </p:nvGrpSpPr>
      <p:grpSpPr>
        <a:xfrm>
          <a:off x="0" y="0"/>
          <a:ext cx="0" cy="0"/>
          <a:chOff x="0" y="0"/>
          <a:chExt cx="0" cy="0"/>
        </a:xfrm>
      </p:grpSpPr>
      <p:sp>
        <p:nvSpPr>
          <p:cNvPr id="25" name="Text Placeholder 3"/>
          <p:cNvSpPr>
            <a:spLocks noGrp="1"/>
          </p:cNvSpPr>
          <p:nvPr>
            <p:ph type="body" sz="half" idx="2" hasCustomPrompt="1"/>
          </p:nvPr>
        </p:nvSpPr>
        <p:spPr>
          <a:xfrm>
            <a:off x="1080948" y="2166938"/>
            <a:ext cx="1798778" cy="756047"/>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30" name="Text Placeholder 29"/>
          <p:cNvSpPr>
            <a:spLocks noGrp="1"/>
          </p:cNvSpPr>
          <p:nvPr>
            <p:ph type="body" sz="quarter" idx="11" hasCustomPrompt="1"/>
          </p:nvPr>
        </p:nvSpPr>
        <p:spPr>
          <a:xfrm>
            <a:off x="360947" y="2166938"/>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22" name="Text Placeholder 2"/>
          <p:cNvSpPr>
            <a:spLocks noGrp="1"/>
          </p:cNvSpPr>
          <p:nvPr>
            <p:ph type="body" idx="28" hasCustomPrompt="1"/>
          </p:nvPr>
        </p:nvSpPr>
        <p:spPr>
          <a:xfrm>
            <a:off x="360947" y="915988"/>
            <a:ext cx="8424000" cy="252412"/>
          </a:xfrm>
        </p:spPr>
        <p:txBody>
          <a:bodyPr anchor="t"/>
          <a:lstStyle>
            <a:lvl1pPr marL="0" indent="0">
              <a:lnSpc>
                <a:spcPct val="85000"/>
              </a:lnSpc>
              <a:spcBef>
                <a:spcPts val="0"/>
              </a:spcBef>
              <a:spcAft>
                <a:spcPts val="0"/>
              </a:spcAft>
              <a:buNone/>
              <a:defRPr sz="1700" b="1" i="0">
                <a:solidFill>
                  <a:schemeClr val="accent1"/>
                </a:solidFill>
                <a:latin typeface="+mj-lt"/>
                <a:ea typeface="Bebas Neue Bold" charset="0"/>
                <a:cs typeface="Bebas Neue Bold"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94" name="Text Placeholder 3"/>
          <p:cNvSpPr>
            <a:spLocks noGrp="1"/>
          </p:cNvSpPr>
          <p:nvPr>
            <p:ph type="body" sz="half" idx="29" hasCustomPrompt="1"/>
          </p:nvPr>
        </p:nvSpPr>
        <p:spPr>
          <a:xfrm>
            <a:off x="1080948" y="2922983"/>
            <a:ext cx="1798778" cy="756048"/>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5" name="Text Placeholder 29"/>
          <p:cNvSpPr>
            <a:spLocks noGrp="1"/>
          </p:cNvSpPr>
          <p:nvPr>
            <p:ph type="body" sz="quarter" idx="30" hasCustomPrompt="1"/>
          </p:nvPr>
        </p:nvSpPr>
        <p:spPr>
          <a:xfrm>
            <a:off x="360947" y="2922983"/>
            <a:ext cx="720000" cy="756048"/>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96" name="Text Placeholder 3"/>
          <p:cNvSpPr>
            <a:spLocks noGrp="1"/>
          </p:cNvSpPr>
          <p:nvPr>
            <p:ph type="body" sz="half" idx="31" hasCustomPrompt="1"/>
          </p:nvPr>
        </p:nvSpPr>
        <p:spPr>
          <a:xfrm>
            <a:off x="1080948" y="3679032"/>
            <a:ext cx="1798778" cy="756047"/>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7" name="Text Placeholder 29"/>
          <p:cNvSpPr>
            <a:spLocks noGrp="1"/>
          </p:cNvSpPr>
          <p:nvPr>
            <p:ph type="body" sz="quarter" idx="32" hasCustomPrompt="1"/>
          </p:nvPr>
        </p:nvSpPr>
        <p:spPr>
          <a:xfrm>
            <a:off x="360947" y="3679032"/>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98" name="Text Placeholder 3"/>
          <p:cNvSpPr>
            <a:spLocks noGrp="1"/>
          </p:cNvSpPr>
          <p:nvPr>
            <p:ph type="body" sz="half" idx="33" hasCustomPrompt="1"/>
          </p:nvPr>
        </p:nvSpPr>
        <p:spPr>
          <a:xfrm>
            <a:off x="4031525" y="2166938"/>
            <a:ext cx="1800950" cy="756047"/>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99" name="Text Placeholder 29"/>
          <p:cNvSpPr>
            <a:spLocks noGrp="1"/>
          </p:cNvSpPr>
          <p:nvPr>
            <p:ph type="body" sz="quarter" idx="34" hasCustomPrompt="1"/>
          </p:nvPr>
        </p:nvSpPr>
        <p:spPr>
          <a:xfrm>
            <a:off x="3311525" y="2166938"/>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00" name="Text Placeholder 3"/>
          <p:cNvSpPr>
            <a:spLocks noGrp="1"/>
          </p:cNvSpPr>
          <p:nvPr>
            <p:ph type="body" sz="half" idx="35" hasCustomPrompt="1"/>
          </p:nvPr>
        </p:nvSpPr>
        <p:spPr>
          <a:xfrm>
            <a:off x="4031525" y="2922983"/>
            <a:ext cx="1800950" cy="756049"/>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01" name="Text Placeholder 29"/>
          <p:cNvSpPr>
            <a:spLocks noGrp="1"/>
          </p:cNvSpPr>
          <p:nvPr>
            <p:ph type="body" sz="quarter" idx="36" hasCustomPrompt="1"/>
          </p:nvPr>
        </p:nvSpPr>
        <p:spPr>
          <a:xfrm>
            <a:off x="3311525" y="2922983"/>
            <a:ext cx="720000" cy="756049"/>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02" name="Text Placeholder 3"/>
          <p:cNvSpPr>
            <a:spLocks noGrp="1"/>
          </p:cNvSpPr>
          <p:nvPr>
            <p:ph type="body" sz="half" idx="37" hasCustomPrompt="1"/>
          </p:nvPr>
        </p:nvSpPr>
        <p:spPr>
          <a:xfrm>
            <a:off x="4031525" y="3679032"/>
            <a:ext cx="1800950" cy="756047"/>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03" name="Text Placeholder 29"/>
          <p:cNvSpPr>
            <a:spLocks noGrp="1"/>
          </p:cNvSpPr>
          <p:nvPr>
            <p:ph type="body" sz="quarter" idx="38" hasCustomPrompt="1"/>
          </p:nvPr>
        </p:nvSpPr>
        <p:spPr>
          <a:xfrm>
            <a:off x="3311525" y="3679032"/>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5" name="Text Placeholder 3"/>
          <p:cNvSpPr>
            <a:spLocks noGrp="1"/>
          </p:cNvSpPr>
          <p:nvPr>
            <p:ph type="body" sz="half" idx="39" hasCustomPrompt="1"/>
          </p:nvPr>
        </p:nvSpPr>
        <p:spPr>
          <a:xfrm>
            <a:off x="6984276" y="2166938"/>
            <a:ext cx="1800672" cy="756047"/>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6" name="Text Placeholder 29"/>
          <p:cNvSpPr>
            <a:spLocks noGrp="1"/>
          </p:cNvSpPr>
          <p:nvPr>
            <p:ph type="body" sz="quarter" idx="40" hasCustomPrompt="1"/>
          </p:nvPr>
        </p:nvSpPr>
        <p:spPr>
          <a:xfrm>
            <a:off x="6264275" y="2166938"/>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7" name="Text Placeholder 3"/>
          <p:cNvSpPr>
            <a:spLocks noGrp="1"/>
          </p:cNvSpPr>
          <p:nvPr>
            <p:ph type="body" sz="half" idx="41" hasCustomPrompt="1"/>
          </p:nvPr>
        </p:nvSpPr>
        <p:spPr>
          <a:xfrm>
            <a:off x="6984276" y="2922983"/>
            <a:ext cx="1800672" cy="756049"/>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18" name="Text Placeholder 29"/>
          <p:cNvSpPr>
            <a:spLocks noGrp="1"/>
          </p:cNvSpPr>
          <p:nvPr>
            <p:ph type="body" sz="quarter" idx="42" hasCustomPrompt="1"/>
          </p:nvPr>
        </p:nvSpPr>
        <p:spPr>
          <a:xfrm>
            <a:off x="6264275" y="2922983"/>
            <a:ext cx="720000" cy="756049"/>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19" name="Text Placeholder 3"/>
          <p:cNvSpPr>
            <a:spLocks noGrp="1"/>
          </p:cNvSpPr>
          <p:nvPr>
            <p:ph type="body" sz="half" idx="43" hasCustomPrompt="1"/>
          </p:nvPr>
        </p:nvSpPr>
        <p:spPr>
          <a:xfrm>
            <a:off x="6984276" y="3679032"/>
            <a:ext cx="1800672" cy="756047"/>
          </a:xfrm>
        </p:spPr>
        <p:txBody>
          <a:bodyPr anchor="t" anchorCtr="0">
            <a:noAutofit/>
          </a:bodyPr>
          <a:lstStyle>
            <a:lvl1pPr marL="0" indent="0">
              <a:lnSpc>
                <a:spcPts val="1700"/>
              </a:lnSpc>
              <a:buNone/>
              <a:defRPr sz="1400">
                <a:solidFill>
                  <a:schemeClr val="tx2"/>
                </a:solidFill>
                <a:latin typeface="+mn-lt"/>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section title</a:t>
            </a:r>
          </a:p>
        </p:txBody>
      </p:sp>
      <p:sp>
        <p:nvSpPr>
          <p:cNvPr id="20" name="Text Placeholder 29"/>
          <p:cNvSpPr>
            <a:spLocks noGrp="1"/>
          </p:cNvSpPr>
          <p:nvPr>
            <p:ph type="body" sz="quarter" idx="44" hasCustomPrompt="1"/>
          </p:nvPr>
        </p:nvSpPr>
        <p:spPr>
          <a:xfrm>
            <a:off x="6264275" y="3679032"/>
            <a:ext cx="720000" cy="756047"/>
          </a:xfrm>
        </p:spPr>
        <p:txBody>
          <a:bodyPr anchor="t" anchorCtr="0">
            <a:noAutofit/>
          </a:bodyPr>
          <a:lstStyle>
            <a:lvl1pPr marL="0" indent="0">
              <a:lnSpc>
                <a:spcPct val="85000"/>
              </a:lnSpc>
              <a:spcBef>
                <a:spcPts val="0"/>
              </a:spcBef>
              <a:spcAft>
                <a:spcPts val="0"/>
              </a:spcAft>
              <a:buFontTx/>
              <a:buNone/>
              <a:defRPr sz="5000" b="0" i="0">
                <a:solidFill>
                  <a:schemeClr val="tx2"/>
                </a:solidFill>
                <a:latin typeface="Bebas Neue Regular" charset="0"/>
                <a:ea typeface="Bebas Neue Regular" charset="0"/>
                <a:cs typeface="Bebas Neue Regular" charset="0"/>
              </a:defRPr>
            </a:lvl1pPr>
          </a:lstStyle>
          <a:p>
            <a:pPr lvl="0"/>
            <a:r>
              <a:rPr lang="en-US" dirty="0"/>
              <a:t>##</a:t>
            </a:r>
          </a:p>
        </p:txBody>
      </p:sp>
      <p:sp>
        <p:nvSpPr>
          <p:cNvPr id="21" name="Title 1"/>
          <p:cNvSpPr>
            <a:spLocks noGrp="1"/>
          </p:cNvSpPr>
          <p:nvPr>
            <p:ph type="title" hasCustomPrompt="1"/>
          </p:nvPr>
        </p:nvSpPr>
        <p:spPr>
          <a:xfrm>
            <a:off x="360000" y="276622"/>
            <a:ext cx="8424000" cy="639366"/>
          </a:xfrm>
        </p:spPr>
        <p:txBody>
          <a:bodyPr/>
          <a:lstStyle>
            <a:lvl1pPr>
              <a:defRPr/>
            </a:lvl1pPr>
          </a:lstStyle>
          <a:p>
            <a:r>
              <a:rPr lang="en-US" dirty="0"/>
              <a:t>click to edit master title style</a:t>
            </a:r>
          </a:p>
        </p:txBody>
      </p:sp>
    </p:spTree>
    <p:extLst>
      <p:ext uri="{BB962C8B-B14F-4D97-AF65-F5344CB8AC3E}">
        <p14:creationId xmlns:p14="http://schemas.microsoft.com/office/powerpoint/2010/main" val="38505154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60000" y="276622"/>
            <a:ext cx="8424000" cy="639366"/>
          </a:xfrm>
        </p:spPr>
        <p:txBody>
          <a:bodyPr/>
          <a:lstStyle>
            <a:lvl1pPr>
              <a:defRPr/>
            </a:lvl1pPr>
          </a:lstStyle>
          <a:p>
            <a:r>
              <a:rPr lang="en-US" dirty="0"/>
              <a:t>click to edit master title style</a:t>
            </a:r>
          </a:p>
        </p:txBody>
      </p:sp>
      <p:sp>
        <p:nvSpPr>
          <p:cNvPr id="15" name="Content Placeholder 13"/>
          <p:cNvSpPr>
            <a:spLocks noGrp="1"/>
          </p:cNvSpPr>
          <p:nvPr>
            <p:ph sz="quarter" idx="15"/>
          </p:nvPr>
        </p:nvSpPr>
        <p:spPr>
          <a:xfrm>
            <a:off x="358776" y="1410890"/>
            <a:ext cx="3984625" cy="3024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Content Placeholder 13"/>
          <p:cNvSpPr>
            <a:spLocks noGrp="1"/>
          </p:cNvSpPr>
          <p:nvPr>
            <p:ph sz="quarter" idx="16"/>
          </p:nvPr>
        </p:nvSpPr>
        <p:spPr>
          <a:xfrm>
            <a:off x="4800600" y="1410890"/>
            <a:ext cx="3984625" cy="3024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6" name="Text Placeholder 2"/>
          <p:cNvSpPr>
            <a:spLocks noGrp="1"/>
          </p:cNvSpPr>
          <p:nvPr>
            <p:ph type="body" idx="28" hasCustomPrompt="1"/>
          </p:nvPr>
        </p:nvSpPr>
        <p:spPr>
          <a:xfrm>
            <a:off x="360000" y="915988"/>
            <a:ext cx="8424000" cy="252412"/>
          </a:xfrm>
        </p:spPr>
        <p:txBody>
          <a:bodyPr anchor="t"/>
          <a:lstStyle>
            <a:lvl1pPr marL="0" indent="0">
              <a:lnSpc>
                <a:spcPct val="85000"/>
              </a:lnSpc>
              <a:spcBef>
                <a:spcPts val="0"/>
              </a:spcBef>
              <a:spcAft>
                <a:spcPts val="0"/>
              </a:spcAft>
              <a:buNone/>
              <a:defRPr sz="1700" b="1" i="0">
                <a:solidFill>
                  <a:schemeClr val="accent1"/>
                </a:solidFill>
                <a:latin typeface="+mj-lt"/>
                <a:ea typeface="Bebas Neue Bold" charset="0"/>
                <a:cs typeface="Bebas Neue Bold"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9"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1328533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1">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60000" y="276225"/>
            <a:ext cx="8424000" cy="639764"/>
          </a:xfrm>
        </p:spPr>
        <p:txBody>
          <a:bodyPr/>
          <a:lstStyle>
            <a:lvl1pPr>
              <a:defRPr/>
            </a:lvl1pPr>
          </a:lstStyle>
          <a:p>
            <a:r>
              <a:rPr lang="en-US" dirty="0"/>
              <a:t>click to edit master title style</a:t>
            </a:r>
          </a:p>
        </p:txBody>
      </p:sp>
      <p:sp>
        <p:nvSpPr>
          <p:cNvPr id="38" name="Content Placeholder 37"/>
          <p:cNvSpPr>
            <a:spLocks noGrp="1"/>
          </p:cNvSpPr>
          <p:nvPr>
            <p:ph sz="quarter" idx="15"/>
          </p:nvPr>
        </p:nvSpPr>
        <p:spPr>
          <a:xfrm>
            <a:off x="360001" y="1410891"/>
            <a:ext cx="5472475" cy="30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Content Placeholder 37"/>
          <p:cNvSpPr>
            <a:spLocks noGrp="1"/>
          </p:cNvSpPr>
          <p:nvPr>
            <p:ph sz="quarter" idx="17"/>
          </p:nvPr>
        </p:nvSpPr>
        <p:spPr>
          <a:xfrm>
            <a:off x="6264276" y="1410891"/>
            <a:ext cx="2520949" cy="30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2"/>
          <p:cNvSpPr>
            <a:spLocks noGrp="1"/>
          </p:cNvSpPr>
          <p:nvPr>
            <p:ph type="body" idx="28" hasCustomPrompt="1"/>
          </p:nvPr>
        </p:nvSpPr>
        <p:spPr>
          <a:xfrm>
            <a:off x="360000" y="915989"/>
            <a:ext cx="8424000" cy="252412"/>
          </a:xfrm>
        </p:spPr>
        <p:txBody>
          <a:bodyPr anchor="t"/>
          <a:lstStyle>
            <a:lvl1pPr marL="0" indent="0">
              <a:lnSpc>
                <a:spcPct val="85000"/>
              </a:lnSpc>
              <a:spcBef>
                <a:spcPts val="0"/>
              </a:spcBef>
              <a:spcAft>
                <a:spcPts val="0"/>
              </a:spcAft>
              <a:buNone/>
              <a:defRPr sz="1700" b="1" i="0">
                <a:solidFill>
                  <a:schemeClr val="accent1"/>
                </a:solidFill>
                <a:latin typeface="+mj-lt"/>
                <a:ea typeface="Bebas Neue Bold" charset="0"/>
                <a:cs typeface="Bebas Neue Bold"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9"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3256096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61225" y="276225"/>
            <a:ext cx="8424000" cy="636918"/>
          </a:xfrm>
        </p:spPr>
        <p:txBody>
          <a:bodyPr/>
          <a:lstStyle>
            <a:lvl1pPr>
              <a:defRPr/>
            </a:lvl1pPr>
          </a:lstStyle>
          <a:p>
            <a:r>
              <a:rPr lang="en-US" dirty="0"/>
              <a:t>click to edit master title style</a:t>
            </a:r>
          </a:p>
        </p:txBody>
      </p:sp>
      <p:sp>
        <p:nvSpPr>
          <p:cNvPr id="38" name="Content Placeholder 37"/>
          <p:cNvSpPr>
            <a:spLocks noGrp="1"/>
          </p:cNvSpPr>
          <p:nvPr>
            <p:ph sz="quarter" idx="15"/>
          </p:nvPr>
        </p:nvSpPr>
        <p:spPr>
          <a:xfrm>
            <a:off x="360000" y="1410891"/>
            <a:ext cx="2519725" cy="30197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Content Placeholder 37"/>
          <p:cNvSpPr>
            <a:spLocks noGrp="1"/>
          </p:cNvSpPr>
          <p:nvPr>
            <p:ph sz="quarter" idx="17"/>
          </p:nvPr>
        </p:nvSpPr>
        <p:spPr>
          <a:xfrm>
            <a:off x="3311526" y="1410891"/>
            <a:ext cx="5472475" cy="30197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2"/>
          <p:cNvSpPr>
            <a:spLocks noGrp="1"/>
          </p:cNvSpPr>
          <p:nvPr>
            <p:ph type="body" idx="28" hasCustomPrompt="1"/>
          </p:nvPr>
        </p:nvSpPr>
        <p:spPr>
          <a:xfrm>
            <a:off x="360000" y="913143"/>
            <a:ext cx="8424000" cy="255257"/>
          </a:xfrm>
        </p:spPr>
        <p:txBody>
          <a:bodyPr anchor="t"/>
          <a:lstStyle>
            <a:lvl1pPr marL="0" indent="0">
              <a:lnSpc>
                <a:spcPct val="85000"/>
              </a:lnSpc>
              <a:spcBef>
                <a:spcPts val="0"/>
              </a:spcBef>
              <a:spcAft>
                <a:spcPts val="0"/>
              </a:spcAft>
              <a:buNone/>
              <a:defRPr sz="17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9"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27517541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60000" y="276224"/>
            <a:ext cx="8424000" cy="639763"/>
          </a:xfrm>
        </p:spPr>
        <p:txBody>
          <a:bodyPr/>
          <a:lstStyle>
            <a:lvl1pPr>
              <a:defRPr/>
            </a:lvl1pPr>
          </a:lstStyle>
          <a:p>
            <a:r>
              <a:rPr lang="en-US" dirty="0"/>
              <a:t>click to edit master title style</a:t>
            </a:r>
          </a:p>
        </p:txBody>
      </p:sp>
      <p:sp>
        <p:nvSpPr>
          <p:cNvPr id="38" name="Content Placeholder 37"/>
          <p:cNvSpPr>
            <a:spLocks noGrp="1"/>
          </p:cNvSpPr>
          <p:nvPr>
            <p:ph sz="quarter" idx="15"/>
          </p:nvPr>
        </p:nvSpPr>
        <p:spPr>
          <a:xfrm>
            <a:off x="360000" y="1410891"/>
            <a:ext cx="2519725" cy="3024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Content Placeholder 37"/>
          <p:cNvSpPr>
            <a:spLocks noGrp="1"/>
          </p:cNvSpPr>
          <p:nvPr>
            <p:ph sz="quarter" idx="16"/>
          </p:nvPr>
        </p:nvSpPr>
        <p:spPr>
          <a:xfrm>
            <a:off x="3311525" y="1410891"/>
            <a:ext cx="2520950" cy="3024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Content Placeholder 37"/>
          <p:cNvSpPr>
            <a:spLocks noGrp="1"/>
          </p:cNvSpPr>
          <p:nvPr>
            <p:ph sz="quarter" idx="17"/>
          </p:nvPr>
        </p:nvSpPr>
        <p:spPr>
          <a:xfrm>
            <a:off x="6264276" y="1410891"/>
            <a:ext cx="2518777" cy="30241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
          <p:cNvSpPr>
            <a:spLocks noGrp="1"/>
          </p:cNvSpPr>
          <p:nvPr>
            <p:ph type="body" idx="28" hasCustomPrompt="1"/>
          </p:nvPr>
        </p:nvSpPr>
        <p:spPr>
          <a:xfrm>
            <a:off x="360000" y="915988"/>
            <a:ext cx="8424000" cy="252412"/>
          </a:xfrm>
        </p:spPr>
        <p:txBody>
          <a:bodyPr anchor="t"/>
          <a:lstStyle>
            <a:lvl1pPr marL="0" indent="0">
              <a:lnSpc>
                <a:spcPct val="85000"/>
              </a:lnSpc>
              <a:spcBef>
                <a:spcPts val="0"/>
              </a:spcBef>
              <a:spcAft>
                <a:spcPts val="0"/>
              </a:spcAft>
              <a:buNone/>
              <a:defRPr sz="17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9"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10"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15028760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60000" y="276224"/>
            <a:ext cx="8424000" cy="639763"/>
          </a:xfrm>
        </p:spPr>
        <p:txBody>
          <a:bodyPr/>
          <a:lstStyle>
            <a:lvl1pPr>
              <a:defRPr b="0" i="0">
                <a:latin typeface="Bebas Neue Regular" charset="0"/>
                <a:ea typeface="Bebas Neue Regular" charset="0"/>
                <a:cs typeface="Bebas Neue Regular" charset="0"/>
              </a:defRPr>
            </a:lvl1pPr>
          </a:lstStyle>
          <a:p>
            <a:r>
              <a:rPr lang="en-US" dirty="0"/>
              <a:t>click to edit master title style</a:t>
            </a:r>
          </a:p>
        </p:txBody>
      </p:sp>
      <p:sp>
        <p:nvSpPr>
          <p:cNvPr id="19" name="Text Placeholder 2"/>
          <p:cNvSpPr>
            <a:spLocks noGrp="1"/>
          </p:cNvSpPr>
          <p:nvPr>
            <p:ph type="body" idx="28" hasCustomPrompt="1"/>
          </p:nvPr>
        </p:nvSpPr>
        <p:spPr>
          <a:xfrm>
            <a:off x="360000" y="915989"/>
            <a:ext cx="8424000" cy="252412"/>
          </a:xfrm>
        </p:spPr>
        <p:txBody>
          <a:bodyPr anchor="t"/>
          <a:lstStyle>
            <a:lvl1pPr marL="0" indent="0">
              <a:lnSpc>
                <a:spcPct val="85000"/>
              </a:lnSpc>
              <a:spcBef>
                <a:spcPts val="0"/>
              </a:spcBef>
              <a:spcAft>
                <a:spcPts val="0"/>
              </a:spcAft>
              <a:buNone/>
              <a:defRPr sz="17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7"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
        <p:nvSpPr>
          <p:cNvPr id="10" name="Content Placeholder 37"/>
          <p:cNvSpPr>
            <a:spLocks noGrp="1"/>
          </p:cNvSpPr>
          <p:nvPr>
            <p:ph sz="quarter" idx="15"/>
          </p:nvPr>
        </p:nvSpPr>
        <p:spPr>
          <a:xfrm>
            <a:off x="360000" y="1410891"/>
            <a:ext cx="8424000" cy="30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696783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har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360000" y="276225"/>
            <a:ext cx="8424000" cy="639764"/>
          </a:xfrm>
        </p:spPr>
        <p:txBody>
          <a:bodyPr/>
          <a:lstStyle>
            <a:lvl1pPr>
              <a:defRPr b="0" i="0">
                <a:latin typeface="Bebas Neue Regular" charset="0"/>
                <a:ea typeface="Bebas Neue Regular" charset="0"/>
                <a:cs typeface="Bebas Neue Regular" charset="0"/>
              </a:defRPr>
            </a:lvl1pPr>
          </a:lstStyle>
          <a:p>
            <a:r>
              <a:rPr lang="en-US" dirty="0"/>
              <a:t>click to edit master title style</a:t>
            </a:r>
          </a:p>
        </p:txBody>
      </p:sp>
      <p:sp>
        <p:nvSpPr>
          <p:cNvPr id="19" name="Text Placeholder 2"/>
          <p:cNvSpPr>
            <a:spLocks noGrp="1"/>
          </p:cNvSpPr>
          <p:nvPr>
            <p:ph type="body" idx="28" hasCustomPrompt="1"/>
          </p:nvPr>
        </p:nvSpPr>
        <p:spPr>
          <a:xfrm>
            <a:off x="360000" y="915989"/>
            <a:ext cx="8424000" cy="252412"/>
          </a:xfrm>
        </p:spPr>
        <p:txBody>
          <a:bodyPr anchor="t"/>
          <a:lstStyle>
            <a:lvl1pPr marL="0" indent="0">
              <a:lnSpc>
                <a:spcPct val="85000"/>
              </a:lnSpc>
              <a:spcBef>
                <a:spcPts val="0"/>
              </a:spcBef>
              <a:spcAft>
                <a:spcPts val="0"/>
              </a:spcAft>
              <a:buNone/>
              <a:defRPr sz="17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hart Placeholder 3"/>
          <p:cNvSpPr>
            <a:spLocks noGrp="1"/>
          </p:cNvSpPr>
          <p:nvPr userDrawn="1">
            <p:ph type="chart" sz="quarter" idx="29" hasCustomPrompt="1"/>
          </p:nvPr>
        </p:nvSpPr>
        <p:spPr>
          <a:xfrm>
            <a:off x="360000" y="1410891"/>
            <a:ext cx="8424000" cy="3024187"/>
          </a:xfrm>
        </p:spPr>
        <p:txBody>
          <a:bodyPr/>
          <a:lstStyle>
            <a:lvl1pPr algn="ctr">
              <a:defRPr>
                <a:solidFill>
                  <a:schemeClr val="tx2"/>
                </a:solidFill>
              </a:defRPr>
            </a:lvl1pPr>
          </a:lstStyle>
          <a:p>
            <a:r>
              <a:rPr lang="en-US" dirty="0"/>
              <a:t>Click to insert chart from template</a:t>
            </a:r>
          </a:p>
        </p:txBody>
      </p:sp>
      <p:sp>
        <p:nvSpPr>
          <p:cNvPr id="7"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9"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13343015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4"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5"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
        <p:nvSpPr>
          <p:cNvPr id="7" name="Title 1"/>
          <p:cNvSpPr>
            <a:spLocks noGrp="1"/>
          </p:cNvSpPr>
          <p:nvPr>
            <p:ph type="title" hasCustomPrompt="1"/>
          </p:nvPr>
        </p:nvSpPr>
        <p:spPr>
          <a:xfrm>
            <a:off x="360000" y="276224"/>
            <a:ext cx="8424000" cy="639763"/>
          </a:xfrm>
        </p:spPr>
        <p:txBody>
          <a:bodyPr/>
          <a:lstStyle>
            <a:lvl1pPr>
              <a:defRPr b="0" i="0">
                <a:latin typeface="Bebas Neue Regular" charset="0"/>
                <a:ea typeface="Bebas Neue Regular" charset="0"/>
                <a:cs typeface="Bebas Neue Regular" charset="0"/>
              </a:defRPr>
            </a:lvl1pPr>
          </a:lstStyle>
          <a:p>
            <a:r>
              <a:rPr lang="en-US" dirty="0"/>
              <a:t>click to edit master title style</a:t>
            </a:r>
          </a:p>
        </p:txBody>
      </p:sp>
      <p:sp>
        <p:nvSpPr>
          <p:cNvPr id="9" name="Text Placeholder 2"/>
          <p:cNvSpPr>
            <a:spLocks noGrp="1"/>
          </p:cNvSpPr>
          <p:nvPr>
            <p:ph type="body" idx="28" hasCustomPrompt="1"/>
          </p:nvPr>
        </p:nvSpPr>
        <p:spPr>
          <a:xfrm>
            <a:off x="360000" y="915989"/>
            <a:ext cx="8424000" cy="252412"/>
          </a:xfrm>
        </p:spPr>
        <p:txBody>
          <a:bodyPr anchor="t"/>
          <a:lstStyle>
            <a:lvl1pPr marL="0" indent="0">
              <a:lnSpc>
                <a:spcPct val="85000"/>
              </a:lnSpc>
              <a:spcBef>
                <a:spcPts val="0"/>
              </a:spcBef>
              <a:spcAft>
                <a:spcPts val="0"/>
              </a:spcAft>
              <a:buNone/>
              <a:defRPr sz="17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Table style</a:t>
            </a:r>
          </a:p>
        </p:txBody>
      </p:sp>
    </p:spTree>
    <p:extLst>
      <p:ext uri="{BB962C8B-B14F-4D97-AF65-F5344CB8AC3E}">
        <p14:creationId xmlns:p14="http://schemas.microsoft.com/office/powerpoint/2010/main" val="29028204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Quote Dark">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0947" y="546497"/>
            <a:ext cx="8424000" cy="1215000"/>
          </a:xfrm>
        </p:spPr>
        <p:txBody>
          <a:bodyPr anchor="ctr"/>
          <a:lstStyle>
            <a:lvl1pPr>
              <a:lnSpc>
                <a:spcPct val="95000"/>
              </a:lnSpc>
              <a:defRPr sz="4200">
                <a:solidFill>
                  <a:schemeClr val="tx2"/>
                </a:solidFill>
              </a:defRPr>
            </a:lvl1pPr>
          </a:lstStyle>
          <a:p>
            <a:r>
              <a:rPr lang="en-US"/>
              <a:t>Click to edit Master title style</a:t>
            </a:r>
            <a:endParaRPr lang="en-US" dirty="0"/>
          </a:p>
        </p:txBody>
      </p:sp>
      <p:sp>
        <p:nvSpPr>
          <p:cNvPr id="4" name="Text Placeholder 9"/>
          <p:cNvSpPr>
            <a:spLocks noGrp="1"/>
          </p:cNvSpPr>
          <p:nvPr>
            <p:ph type="body" sz="quarter" idx="15" hasCustomPrompt="1"/>
          </p:nvPr>
        </p:nvSpPr>
        <p:spPr>
          <a:xfrm>
            <a:off x="366964" y="2166937"/>
            <a:ext cx="8424000" cy="2268203"/>
          </a:xfrm>
        </p:spPr>
        <p:txBody>
          <a:bodyPr>
            <a:noAutofit/>
          </a:bodyPr>
          <a:lstStyle>
            <a:lvl1pPr marL="0" indent="0">
              <a:lnSpc>
                <a:spcPct val="95000"/>
              </a:lnSpc>
              <a:spcAft>
                <a:spcPts val="0"/>
              </a:spcAft>
              <a:buFont typeface="Arial" panose="020B0604020202020204" pitchFamily="34" charset="0"/>
              <a:buChar char="​"/>
              <a:defRPr sz="2100" b="1">
                <a:solidFill>
                  <a:schemeClr val="accent1"/>
                </a:solidFill>
                <a:latin typeface="+mj-lt"/>
              </a:defRPr>
            </a:lvl1pPr>
            <a:lvl2pPr marL="0" indent="0">
              <a:lnSpc>
                <a:spcPct val="95000"/>
              </a:lnSpc>
              <a:spcBef>
                <a:spcPts val="200"/>
              </a:spcBef>
              <a:spcAft>
                <a:spcPts val="0"/>
              </a:spcAft>
              <a:buFont typeface="Arial" charset="0"/>
              <a:buNone/>
              <a:tabLst/>
              <a:defRPr sz="1500" b="1">
                <a:solidFill>
                  <a:schemeClr val="tx2">
                    <a:lumMod val="75000"/>
                  </a:schemeClr>
                </a:solidFill>
                <a:latin typeface="+mj-lt"/>
              </a:defRPr>
            </a:lvl2pPr>
            <a:lvl3pPr marL="285750" indent="-285750">
              <a:lnSpc>
                <a:spcPct val="95000"/>
              </a:lnSpc>
              <a:spcBef>
                <a:spcPts val="0"/>
              </a:spcBef>
              <a:spcAft>
                <a:spcPts val="200"/>
              </a:spcAft>
              <a:buFont typeface="Arial" charset="0"/>
              <a:buChar char="•"/>
              <a:defRPr sz="1500">
                <a:solidFill>
                  <a:schemeClr val="tx2">
                    <a:lumMod val="75000"/>
                  </a:schemeClr>
                </a:solidFill>
                <a:latin typeface="+mj-lt"/>
              </a:defRPr>
            </a:lvl3pPr>
            <a:lvl4pPr marL="285750" indent="-285750">
              <a:lnSpc>
                <a:spcPct val="95000"/>
              </a:lnSpc>
              <a:spcBef>
                <a:spcPts val="0"/>
              </a:spcBef>
              <a:spcAft>
                <a:spcPts val="200"/>
              </a:spcAft>
              <a:buFont typeface="Arial" charset="0"/>
              <a:buChar char="•"/>
              <a:defRPr sz="1500">
                <a:solidFill>
                  <a:schemeClr val="tx2">
                    <a:lumMod val="75000"/>
                  </a:schemeClr>
                </a:solidFill>
                <a:latin typeface="+mj-lt"/>
              </a:defRPr>
            </a:lvl4pPr>
            <a:lvl5pPr marL="285750" indent="-285750">
              <a:lnSpc>
                <a:spcPct val="95000"/>
              </a:lnSpc>
              <a:spcBef>
                <a:spcPts val="0"/>
              </a:spcBef>
              <a:spcAft>
                <a:spcPts val="200"/>
              </a:spcAft>
              <a:buFont typeface="Arial" charset="0"/>
              <a:buChar char="•"/>
              <a:defRPr sz="1500">
                <a:solidFill>
                  <a:schemeClr val="tx2">
                    <a:lumMod val="75000"/>
                  </a:schemeClr>
                </a:solidFill>
                <a:latin typeface="+mj-lt"/>
              </a:defRPr>
            </a:lvl5pPr>
            <a:lvl6pPr marL="357188" indent="-171450">
              <a:spcBef>
                <a:spcPts val="200"/>
              </a:spcBef>
              <a:buFont typeface="Arial" charset="0"/>
              <a:buChar char="•"/>
              <a:tabLst/>
              <a:defRPr sz="1400" b="0">
                <a:solidFill>
                  <a:schemeClr val="tx2">
                    <a:lumMod val="75000"/>
                  </a:schemeClr>
                </a:solidFill>
              </a:defRPr>
            </a:lvl6pPr>
            <a:lvl7pPr marL="536575" indent="-171450">
              <a:spcBef>
                <a:spcPts val="200"/>
              </a:spcBef>
              <a:spcAft>
                <a:spcPts val="0"/>
              </a:spcAft>
              <a:buFont typeface="Arial" charset="0"/>
              <a:buChar char="•"/>
              <a:tabLst/>
              <a:defRPr sz="1200">
                <a:solidFill>
                  <a:schemeClr val="tx2"/>
                </a:solidFill>
              </a:defRPr>
            </a:lvl7pPr>
            <a:lvl8pPr marL="439737" indent="-171450">
              <a:buFont typeface="Arial" charset="0"/>
              <a:buChar char="•"/>
              <a:tabLst/>
              <a:defRPr>
                <a:solidFill>
                  <a:schemeClr val="tx2"/>
                </a:solidFill>
              </a:defRPr>
            </a:lvl8pPr>
            <a:lvl9pPr marL="762000" indent="-209550">
              <a:spcBef>
                <a:spcPts val="200"/>
              </a:spcBef>
              <a:spcAft>
                <a:spcPts val="0"/>
              </a:spcAft>
              <a:buFont typeface="Arial" charset="0"/>
              <a:buChar char="•"/>
              <a:tabLst/>
              <a:defRPr>
                <a:solidFill>
                  <a:schemeClr val="tx2"/>
                </a:solidFill>
              </a:defRPr>
            </a:lvl9pPr>
          </a:lstStyle>
          <a:p>
            <a:pPr lvl="0"/>
            <a:r>
              <a:rPr lang="en-US" dirty="0"/>
              <a:t>Click To Edit Master Text Styles</a:t>
            </a:r>
          </a:p>
          <a:p>
            <a:pPr lvl="1"/>
            <a:r>
              <a:rPr lang="en-US" dirty="0"/>
              <a:t>Second level</a:t>
            </a:r>
          </a:p>
          <a:p>
            <a:pPr lvl="5"/>
            <a:r>
              <a:rPr lang="en-US" dirty="0"/>
              <a:t>Third level</a:t>
            </a:r>
          </a:p>
          <a:p>
            <a:pPr lvl="6"/>
            <a:r>
              <a:rPr lang="en-US" dirty="0"/>
              <a:t>Fourth level</a:t>
            </a:r>
          </a:p>
          <a:p>
            <a:pPr lvl="8"/>
            <a:r>
              <a:rPr lang="en-US" dirty="0"/>
              <a:t>Fifth level</a:t>
            </a:r>
          </a:p>
        </p:txBody>
      </p:sp>
    </p:spTree>
    <p:extLst>
      <p:ext uri="{BB962C8B-B14F-4D97-AF65-F5344CB8AC3E}">
        <p14:creationId xmlns:p14="http://schemas.microsoft.com/office/powerpoint/2010/main" val="2139996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Quote Ligh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0947" y="546497"/>
            <a:ext cx="8424000" cy="1215000"/>
          </a:xfrm>
        </p:spPr>
        <p:txBody>
          <a:bodyPr anchor="ctr"/>
          <a:lstStyle>
            <a:lvl1pPr>
              <a:lnSpc>
                <a:spcPct val="95000"/>
              </a:lnSpc>
              <a:defRPr sz="4200">
                <a:solidFill>
                  <a:schemeClr val="tx2"/>
                </a:solidFill>
              </a:defRPr>
            </a:lvl1pPr>
          </a:lstStyle>
          <a:p>
            <a:r>
              <a:rPr lang="en-US"/>
              <a:t>Click to edit Master title style</a:t>
            </a:r>
            <a:endParaRPr lang="en-US" dirty="0"/>
          </a:p>
        </p:txBody>
      </p:sp>
      <p:sp>
        <p:nvSpPr>
          <p:cNvPr id="6" name="Text Placeholder 9"/>
          <p:cNvSpPr>
            <a:spLocks noGrp="1"/>
          </p:cNvSpPr>
          <p:nvPr>
            <p:ph type="body" sz="quarter" idx="15" hasCustomPrompt="1"/>
          </p:nvPr>
        </p:nvSpPr>
        <p:spPr>
          <a:xfrm>
            <a:off x="366964" y="2166938"/>
            <a:ext cx="8424000" cy="2268202"/>
          </a:xfrm>
        </p:spPr>
        <p:txBody>
          <a:bodyPr>
            <a:noAutofit/>
          </a:bodyPr>
          <a:lstStyle>
            <a:lvl1pPr marL="0" indent="0">
              <a:lnSpc>
                <a:spcPct val="95000"/>
              </a:lnSpc>
              <a:spcAft>
                <a:spcPts val="0"/>
              </a:spcAft>
              <a:buFont typeface="Arial" panose="020B0604020202020204" pitchFamily="34" charset="0"/>
              <a:buChar char="​"/>
              <a:defRPr sz="2100" b="1">
                <a:solidFill>
                  <a:schemeClr val="accent1"/>
                </a:solidFill>
                <a:latin typeface="+mj-lt"/>
              </a:defRPr>
            </a:lvl1pPr>
            <a:lvl2pPr marL="0" indent="0">
              <a:lnSpc>
                <a:spcPct val="95000"/>
              </a:lnSpc>
              <a:spcBef>
                <a:spcPts val="200"/>
              </a:spcBef>
              <a:spcAft>
                <a:spcPts val="0"/>
              </a:spcAft>
              <a:buFont typeface="Arial" charset="0"/>
              <a:buNone/>
              <a:tabLst/>
              <a:defRPr sz="1500" b="1">
                <a:solidFill>
                  <a:schemeClr val="tx2">
                    <a:lumMod val="75000"/>
                  </a:schemeClr>
                </a:solidFill>
                <a:latin typeface="+mj-lt"/>
              </a:defRPr>
            </a:lvl2pPr>
            <a:lvl3pPr marL="285750" indent="-285750">
              <a:lnSpc>
                <a:spcPct val="95000"/>
              </a:lnSpc>
              <a:spcBef>
                <a:spcPts val="0"/>
              </a:spcBef>
              <a:spcAft>
                <a:spcPts val="200"/>
              </a:spcAft>
              <a:buFont typeface="Arial" charset="0"/>
              <a:buChar char="•"/>
              <a:defRPr sz="1500">
                <a:solidFill>
                  <a:schemeClr val="tx2">
                    <a:lumMod val="75000"/>
                  </a:schemeClr>
                </a:solidFill>
                <a:latin typeface="+mj-lt"/>
              </a:defRPr>
            </a:lvl3pPr>
            <a:lvl4pPr marL="285750" indent="-285750">
              <a:lnSpc>
                <a:spcPct val="95000"/>
              </a:lnSpc>
              <a:spcBef>
                <a:spcPts val="0"/>
              </a:spcBef>
              <a:spcAft>
                <a:spcPts val="200"/>
              </a:spcAft>
              <a:buFont typeface="Arial" charset="0"/>
              <a:buChar char="•"/>
              <a:defRPr sz="1500">
                <a:solidFill>
                  <a:schemeClr val="tx2">
                    <a:lumMod val="75000"/>
                  </a:schemeClr>
                </a:solidFill>
                <a:latin typeface="+mj-lt"/>
              </a:defRPr>
            </a:lvl4pPr>
            <a:lvl5pPr marL="285750" indent="-285750">
              <a:lnSpc>
                <a:spcPct val="95000"/>
              </a:lnSpc>
              <a:spcBef>
                <a:spcPts val="0"/>
              </a:spcBef>
              <a:spcAft>
                <a:spcPts val="200"/>
              </a:spcAft>
              <a:buFont typeface="Arial" charset="0"/>
              <a:buChar char="•"/>
              <a:defRPr sz="1500">
                <a:solidFill>
                  <a:schemeClr val="tx2">
                    <a:lumMod val="75000"/>
                  </a:schemeClr>
                </a:solidFill>
                <a:latin typeface="+mj-lt"/>
              </a:defRPr>
            </a:lvl5pPr>
            <a:lvl6pPr marL="357188" indent="-171450">
              <a:spcBef>
                <a:spcPts val="200"/>
              </a:spcBef>
              <a:buFont typeface="Arial" charset="0"/>
              <a:buChar char="•"/>
              <a:tabLst/>
              <a:defRPr sz="1400" b="0">
                <a:solidFill>
                  <a:schemeClr val="tx2">
                    <a:lumMod val="75000"/>
                  </a:schemeClr>
                </a:solidFill>
              </a:defRPr>
            </a:lvl6pPr>
            <a:lvl7pPr marL="536575" indent="-171450">
              <a:spcBef>
                <a:spcPts val="200"/>
              </a:spcBef>
              <a:spcAft>
                <a:spcPts val="0"/>
              </a:spcAft>
              <a:buFont typeface="Arial" charset="0"/>
              <a:buChar char="•"/>
              <a:tabLst/>
              <a:defRPr sz="1200">
                <a:solidFill>
                  <a:schemeClr val="tx2"/>
                </a:solidFill>
              </a:defRPr>
            </a:lvl7pPr>
            <a:lvl8pPr marL="439737" indent="-171450">
              <a:buFont typeface="Arial" charset="0"/>
              <a:buChar char="•"/>
              <a:tabLst/>
              <a:defRPr>
                <a:solidFill>
                  <a:schemeClr val="tx2"/>
                </a:solidFill>
              </a:defRPr>
            </a:lvl8pPr>
            <a:lvl9pPr marL="762000" indent="-209550">
              <a:spcBef>
                <a:spcPts val="200"/>
              </a:spcBef>
              <a:spcAft>
                <a:spcPts val="0"/>
              </a:spcAft>
              <a:buFont typeface="Arial" charset="0"/>
              <a:buChar char="•"/>
              <a:tabLst/>
              <a:defRPr>
                <a:solidFill>
                  <a:schemeClr val="tx2"/>
                </a:solidFill>
              </a:defRPr>
            </a:lvl9pPr>
          </a:lstStyle>
          <a:p>
            <a:pPr lvl="0"/>
            <a:r>
              <a:rPr lang="en-US" dirty="0"/>
              <a:t>Click To Edit Master Text Styles</a:t>
            </a:r>
          </a:p>
          <a:p>
            <a:pPr lvl="1"/>
            <a:r>
              <a:rPr lang="en-US" dirty="0"/>
              <a:t>Second level</a:t>
            </a:r>
          </a:p>
          <a:p>
            <a:pPr lvl="5"/>
            <a:r>
              <a:rPr lang="en-US" dirty="0"/>
              <a:t>Third level</a:t>
            </a:r>
          </a:p>
          <a:p>
            <a:pPr lvl="6"/>
            <a:r>
              <a:rPr lang="en-US" dirty="0"/>
              <a:t>Fourth level</a:t>
            </a:r>
          </a:p>
          <a:p>
            <a:pPr lvl="8"/>
            <a:r>
              <a:rPr lang="en-US" dirty="0"/>
              <a:t>Fifth level</a:t>
            </a:r>
          </a:p>
        </p:txBody>
      </p:sp>
    </p:spTree>
    <p:extLst>
      <p:ext uri="{BB962C8B-B14F-4D97-AF65-F5344CB8AC3E}">
        <p14:creationId xmlns:p14="http://schemas.microsoft.com/office/powerpoint/2010/main" val="21399962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gue">
    <p:bg>
      <p:bgPr>
        <a:solidFill>
          <a:schemeClr val="bg2"/>
        </a:solidFill>
        <a:effectLst/>
      </p:bgPr>
    </p:bg>
    <p:spTree>
      <p:nvGrpSpPr>
        <p:cNvPr id="1" name=""/>
        <p:cNvGrpSpPr/>
        <p:nvPr/>
      </p:nvGrpSpPr>
      <p:grpSpPr>
        <a:xfrm>
          <a:off x="0" y="0"/>
          <a:ext cx="0" cy="0"/>
          <a:chOff x="0" y="0"/>
          <a:chExt cx="0" cy="0"/>
        </a:xfrm>
      </p:grpSpPr>
      <p:sp>
        <p:nvSpPr>
          <p:cNvPr id="25" name="TextBox 24"/>
          <p:cNvSpPr txBox="1"/>
          <p:nvPr userDrawn="1"/>
        </p:nvSpPr>
        <p:spPr>
          <a:xfrm>
            <a:off x="-952500" y="2219326"/>
            <a:ext cx="65" cy="332399"/>
          </a:xfrm>
          <a:prstGeom prst="rect">
            <a:avLst/>
          </a:prstGeom>
          <a:noFill/>
        </p:spPr>
        <p:txBody>
          <a:bodyPr wrap="none" lIns="0" tIns="0" rIns="0" bIns="0" rtlCol="0">
            <a:spAutoFit/>
          </a:bodyPr>
          <a:lstStyle/>
          <a:p>
            <a:pPr>
              <a:lnSpc>
                <a:spcPct val="120000"/>
              </a:lnSpc>
            </a:pPr>
            <a:endParaRPr lang="en-US" sz="1800" dirty="0">
              <a:solidFill>
                <a:schemeClr val="tx2"/>
              </a:solidFill>
            </a:endParaRPr>
          </a:p>
        </p:txBody>
      </p:sp>
      <p:sp>
        <p:nvSpPr>
          <p:cNvPr id="4" name="Text Placeholder 3"/>
          <p:cNvSpPr>
            <a:spLocks noGrp="1"/>
          </p:cNvSpPr>
          <p:nvPr>
            <p:ph type="body" sz="quarter" idx="11" hasCustomPrompt="1"/>
          </p:nvPr>
        </p:nvSpPr>
        <p:spPr>
          <a:xfrm>
            <a:off x="354932" y="1410891"/>
            <a:ext cx="5480384" cy="3024187"/>
          </a:xfrm>
        </p:spPr>
        <p:txBody>
          <a:bodyPr/>
          <a:lstStyle>
            <a:lvl1pPr marL="0" algn="r" defTabSz="914400" rtl="0" eaLnBrk="1" latinLnBrk="0" hangingPunct="1">
              <a:lnSpc>
                <a:spcPct val="70000"/>
              </a:lnSpc>
              <a:buNone/>
              <a:defRPr lang="en-US" sz="8000" kern="1200" dirty="0" smtClean="0">
                <a:solidFill>
                  <a:schemeClr val="tx2"/>
                </a:solidFill>
                <a:latin typeface="+mn-lt"/>
                <a:ea typeface="+mn-ea"/>
                <a:cs typeface="+mn-cs"/>
              </a:defRPr>
            </a:lvl1pPr>
            <a:lvl2pPr algn="r">
              <a:defRPr/>
            </a:lvl2pPr>
            <a:lvl3pPr algn="r">
              <a:defRPr/>
            </a:lvl3pPr>
            <a:lvl4pPr algn="r">
              <a:defRPr/>
            </a:lvl4pPr>
            <a:lvl5pPr algn="r">
              <a:defRPr/>
            </a:lvl5pPr>
          </a:lstStyle>
          <a:p>
            <a:pPr lvl="0"/>
            <a:r>
              <a:rPr lang="en-US" dirty="0"/>
              <a:t>Edit text</a:t>
            </a:r>
          </a:p>
        </p:txBody>
      </p:sp>
      <p:sp>
        <p:nvSpPr>
          <p:cNvPr id="5" name="Text Placeholder 9"/>
          <p:cNvSpPr>
            <a:spLocks noGrp="1"/>
          </p:cNvSpPr>
          <p:nvPr>
            <p:ph type="body" sz="quarter" idx="14" hasCustomPrompt="1"/>
          </p:nvPr>
        </p:nvSpPr>
        <p:spPr>
          <a:xfrm>
            <a:off x="6264275" y="2166937"/>
            <a:ext cx="2526689" cy="2268203"/>
          </a:xfrm>
        </p:spPr>
        <p:txBody>
          <a:bodyPr>
            <a:noAutofit/>
          </a:bodyPr>
          <a:lstStyle>
            <a:lvl1pPr marL="0" indent="0">
              <a:lnSpc>
                <a:spcPct val="95000"/>
              </a:lnSpc>
              <a:spcAft>
                <a:spcPts val="0"/>
              </a:spcAft>
              <a:buFont typeface="Arial" panose="020B0604020202020204" pitchFamily="34" charset="0"/>
              <a:buChar char="​"/>
              <a:defRPr sz="1800" b="1">
                <a:solidFill>
                  <a:schemeClr val="accent1"/>
                </a:solidFill>
                <a:latin typeface="+mj-lt"/>
              </a:defRPr>
            </a:lvl1pPr>
            <a:lvl2pPr marL="0" indent="0">
              <a:lnSpc>
                <a:spcPct val="95000"/>
              </a:lnSpc>
              <a:spcBef>
                <a:spcPts val="200"/>
              </a:spcBef>
              <a:spcAft>
                <a:spcPts val="0"/>
              </a:spcAft>
              <a:buFont typeface="Arial" charset="0"/>
              <a:buNone/>
              <a:tabLst/>
              <a:defRPr sz="1500" b="1">
                <a:solidFill>
                  <a:schemeClr val="tx2">
                    <a:lumMod val="75000"/>
                  </a:schemeClr>
                </a:solidFill>
                <a:latin typeface="+mj-lt"/>
              </a:defRPr>
            </a:lvl2pPr>
            <a:lvl3pPr marL="285750" indent="-285750">
              <a:lnSpc>
                <a:spcPct val="95000"/>
              </a:lnSpc>
              <a:spcBef>
                <a:spcPts val="0"/>
              </a:spcBef>
              <a:spcAft>
                <a:spcPts val="200"/>
              </a:spcAft>
              <a:buFont typeface="Arial" charset="0"/>
              <a:buChar char="•"/>
              <a:defRPr sz="1500">
                <a:solidFill>
                  <a:schemeClr val="tx2">
                    <a:lumMod val="75000"/>
                  </a:schemeClr>
                </a:solidFill>
                <a:latin typeface="+mj-lt"/>
              </a:defRPr>
            </a:lvl3pPr>
            <a:lvl4pPr marL="285750" indent="-285750">
              <a:lnSpc>
                <a:spcPct val="95000"/>
              </a:lnSpc>
              <a:spcBef>
                <a:spcPts val="0"/>
              </a:spcBef>
              <a:spcAft>
                <a:spcPts val="200"/>
              </a:spcAft>
              <a:buFont typeface="Arial" charset="0"/>
              <a:buChar char="•"/>
              <a:defRPr sz="1500">
                <a:solidFill>
                  <a:schemeClr val="tx2">
                    <a:lumMod val="75000"/>
                  </a:schemeClr>
                </a:solidFill>
                <a:latin typeface="+mj-lt"/>
              </a:defRPr>
            </a:lvl4pPr>
            <a:lvl5pPr marL="285750" indent="-285750">
              <a:lnSpc>
                <a:spcPct val="95000"/>
              </a:lnSpc>
              <a:spcBef>
                <a:spcPts val="0"/>
              </a:spcBef>
              <a:spcAft>
                <a:spcPts val="200"/>
              </a:spcAft>
              <a:buFont typeface="Arial" charset="0"/>
              <a:buChar char="•"/>
              <a:defRPr sz="1500">
                <a:solidFill>
                  <a:schemeClr val="tx2">
                    <a:lumMod val="75000"/>
                  </a:schemeClr>
                </a:solidFill>
                <a:latin typeface="+mj-lt"/>
              </a:defRPr>
            </a:lvl5pPr>
            <a:lvl6pPr marL="357188" indent="-171450">
              <a:spcBef>
                <a:spcPts val="200"/>
              </a:spcBef>
              <a:buFont typeface="Arial" charset="0"/>
              <a:buChar char="•"/>
              <a:tabLst/>
              <a:defRPr sz="1400" b="0">
                <a:solidFill>
                  <a:schemeClr val="tx2">
                    <a:lumMod val="75000"/>
                  </a:schemeClr>
                </a:solidFill>
              </a:defRPr>
            </a:lvl6pPr>
            <a:lvl7pPr marL="536575" indent="-171450">
              <a:spcBef>
                <a:spcPts val="200"/>
              </a:spcBef>
              <a:spcAft>
                <a:spcPts val="0"/>
              </a:spcAft>
              <a:buFont typeface="Arial" charset="0"/>
              <a:buChar char="•"/>
              <a:tabLst/>
              <a:defRPr sz="1200">
                <a:solidFill>
                  <a:schemeClr val="tx2"/>
                </a:solidFill>
              </a:defRPr>
            </a:lvl7pPr>
            <a:lvl8pPr marL="439737" indent="-171450">
              <a:buFont typeface="Arial" charset="0"/>
              <a:buChar char="•"/>
              <a:tabLst/>
              <a:defRPr>
                <a:solidFill>
                  <a:schemeClr val="tx2"/>
                </a:solidFill>
              </a:defRPr>
            </a:lvl8pPr>
            <a:lvl9pPr marL="762000" indent="-209550">
              <a:spcBef>
                <a:spcPts val="200"/>
              </a:spcBef>
              <a:spcAft>
                <a:spcPts val="0"/>
              </a:spcAft>
              <a:buFont typeface="Arial" charset="0"/>
              <a:buChar char="•"/>
              <a:tabLst/>
              <a:defRPr>
                <a:solidFill>
                  <a:schemeClr val="tx2"/>
                </a:solidFill>
              </a:defRPr>
            </a:lvl9pPr>
          </a:lstStyle>
          <a:p>
            <a:pPr lvl="0"/>
            <a:r>
              <a:rPr lang="en-US" dirty="0"/>
              <a:t>Click To Edit Master Text Styles</a:t>
            </a:r>
          </a:p>
          <a:p>
            <a:pPr lvl="1"/>
            <a:r>
              <a:rPr lang="en-US" dirty="0"/>
              <a:t>Second level</a:t>
            </a:r>
          </a:p>
          <a:p>
            <a:pPr lvl="5"/>
            <a:r>
              <a:rPr lang="en-US" dirty="0"/>
              <a:t>Third level</a:t>
            </a:r>
          </a:p>
          <a:p>
            <a:pPr lvl="6"/>
            <a:r>
              <a:rPr lang="en-US" dirty="0"/>
              <a:t>Fourth level</a:t>
            </a:r>
          </a:p>
          <a:p>
            <a:pPr lvl="8"/>
            <a:r>
              <a:rPr lang="en-US" dirty="0"/>
              <a:t>Fifth level</a:t>
            </a:r>
          </a:p>
        </p:txBody>
      </p:sp>
    </p:spTree>
    <p:extLst>
      <p:ext uri="{BB962C8B-B14F-4D97-AF65-F5344CB8AC3E}">
        <p14:creationId xmlns:p14="http://schemas.microsoft.com/office/powerpoint/2010/main" val="29018534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Grid">
    <p:spTree>
      <p:nvGrpSpPr>
        <p:cNvPr id="1" name=""/>
        <p:cNvGrpSpPr/>
        <p:nvPr/>
      </p:nvGrpSpPr>
      <p:grpSpPr>
        <a:xfrm>
          <a:off x="0" y="0"/>
          <a:ext cx="0" cy="0"/>
          <a:chOff x="0" y="0"/>
          <a:chExt cx="0" cy="0"/>
        </a:xfrm>
      </p:grpSpPr>
      <p:sp>
        <p:nvSpPr>
          <p:cNvPr id="29"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30"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78886035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97760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11480" y="240030"/>
            <a:ext cx="6995160" cy="685800"/>
          </a:xfrm>
          <a:prstGeom prst="rect">
            <a:avLst/>
          </a:prstGeom>
          <a:noFill/>
          <a:ln/>
        </p:spPr>
        <p:txBody>
          <a:bodyPr wrap="square" rtlCol="0"/>
          <a:lstStyle>
            <a:lvl1pPr marL="0" indent="0" algn="l">
              <a:buNone/>
              <a:defRPr lang="en-US" sz="2400" b="1" dirty="0">
                <a:solidFill>
                  <a:schemeClr val="tx1"/>
                </a:solidFill>
              </a:defRPr>
            </a:lvl1pPr>
          </a:lstStyle>
          <a:p>
            <a:pPr marL="0" indent="0" algn="l">
              <a:buNone/>
            </a:pPr>
            <a:endParaRPr lang="en-US" sz="2400" dirty="0"/>
          </a:p>
        </p:txBody>
      </p:sp>
      <p:sp>
        <p:nvSpPr>
          <p:cNvPr id="25" name="Slide Number Placeholder 0"/>
          <p:cNvSpPr>
            <a:spLocks noGrp="1"/>
          </p:cNvSpPr>
          <p:nvPr>
            <p:ph type="sldNum" sz="quarter" idx="4294967295"/>
          </p:nvPr>
        </p:nvSpPr>
        <p:spPr>
          <a:xfrm>
            <a:off x="8503920" y="4800600"/>
            <a:ext cx="411480" cy="205740"/>
          </a:xfrm>
          <a:prstGeom prst="rect">
            <a:avLst/>
          </a:prstGeom>
          <a:extLst>
            <a:ext uri="{C572A759-6A51-4108-AA02-DFA0A04FC94B}">
              <ma14:wrappingTextBoxFlag xmlns:ma14="http://schemas.microsoft.com/office/mac/drawingml/2011/main" xmlns="" val="0"/>
            </a:ext>
          </a:extLst>
        </p:spPr>
        <p:txBody>
          <a:bodyPr/>
          <a:lstStyle>
            <a:lvl1pPr>
              <a:defRPr sz="825">
                <a:solidFill>
                  <a:schemeClr val="tx2"/>
                </a:solidFill>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19486554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w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5" name="Rectangle 34"/>
          <p:cNvSpPr/>
          <p:nvPr userDrawn="1"/>
        </p:nvSpPr>
        <p:spPr>
          <a:xfrm>
            <a:off x="0" y="4435079"/>
            <a:ext cx="9144000" cy="71287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 name="Title Placeholder 1"/>
          <p:cNvSpPr>
            <a:spLocks noGrp="1"/>
          </p:cNvSpPr>
          <p:nvPr>
            <p:ph type="title"/>
          </p:nvPr>
        </p:nvSpPr>
        <p:spPr>
          <a:xfrm>
            <a:off x="360000" y="276456"/>
            <a:ext cx="8424000" cy="639532"/>
          </a:xfrm>
          <a:prstGeom prst="rect">
            <a:avLst/>
          </a:prstGeom>
        </p:spPr>
        <p:txBody>
          <a:bodyPr vert="horz" lIns="0" tIns="0" rIns="0" bIns="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360000" y="1410891"/>
            <a:ext cx="8425225" cy="30241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8" name="Image 8"/>
          <p:cNvPicPr>
            <a:picLocks noChangeAspect="1"/>
          </p:cNvPicPr>
          <p:nvPr userDrawn="1"/>
        </p:nvPicPr>
        <p:blipFill rotWithShape="1">
          <a:blip r:embed="rId19">
            <a:extLst>
              <a:ext uri="{28A0092B-C50C-407E-A947-70E740481C1C}">
                <a14:useLocalDpi xmlns:a14="http://schemas.microsoft.com/office/drawing/2010/main" val="0"/>
              </a:ext>
            </a:extLst>
          </a:blip>
          <a:srcRect r="-80"/>
          <a:stretch/>
        </p:blipFill>
        <p:spPr bwMode="auto">
          <a:xfrm>
            <a:off x="7060992" y="4611515"/>
            <a:ext cx="1724233" cy="360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4" name="Rectangle 3"/>
          <p:cNvSpPr/>
          <p:nvPr userDrawn="1"/>
        </p:nvSpPr>
        <p:spPr>
          <a:xfrm>
            <a:off x="359999" y="-607101"/>
            <a:ext cx="2519726" cy="106805"/>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7" name="Rectangle 6"/>
          <p:cNvSpPr/>
          <p:nvPr userDrawn="1"/>
        </p:nvSpPr>
        <p:spPr>
          <a:xfrm>
            <a:off x="3312749" y="-607101"/>
            <a:ext cx="2519726" cy="106805"/>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8" name="Rectangle 7"/>
          <p:cNvSpPr/>
          <p:nvPr userDrawn="1"/>
        </p:nvSpPr>
        <p:spPr>
          <a:xfrm>
            <a:off x="6265499" y="-607101"/>
            <a:ext cx="2519726" cy="106805"/>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9" name="Rectangle 8"/>
          <p:cNvSpPr/>
          <p:nvPr userDrawn="1"/>
        </p:nvSpPr>
        <p:spPr>
          <a:xfrm flipH="1">
            <a:off x="2879725" y="-713946"/>
            <a:ext cx="433024" cy="106844"/>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0" name="Rectangle 9"/>
          <p:cNvSpPr/>
          <p:nvPr userDrawn="1"/>
        </p:nvSpPr>
        <p:spPr>
          <a:xfrm flipH="1">
            <a:off x="5832475" y="-713946"/>
            <a:ext cx="433024" cy="106844"/>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1" name="Rectangle 10"/>
          <p:cNvSpPr/>
          <p:nvPr userDrawn="1"/>
        </p:nvSpPr>
        <p:spPr>
          <a:xfrm flipH="1">
            <a:off x="-3" y="-713946"/>
            <a:ext cx="358775" cy="106844"/>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2" name="Rectangle 11"/>
          <p:cNvSpPr/>
          <p:nvPr userDrawn="1"/>
        </p:nvSpPr>
        <p:spPr>
          <a:xfrm flipH="1">
            <a:off x="8785223" y="-713946"/>
            <a:ext cx="358775" cy="106844"/>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3" name="Rectangle 12"/>
          <p:cNvSpPr/>
          <p:nvPr userDrawn="1"/>
        </p:nvSpPr>
        <p:spPr>
          <a:xfrm flipH="1">
            <a:off x="-791527" y="0"/>
            <a:ext cx="144000" cy="276225"/>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4" name="Rectangle 13"/>
          <p:cNvSpPr/>
          <p:nvPr userDrawn="1"/>
        </p:nvSpPr>
        <p:spPr>
          <a:xfrm flipH="1">
            <a:off x="-935527" y="4867275"/>
            <a:ext cx="144000" cy="276225"/>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5" name="Rectangle 14"/>
          <p:cNvSpPr/>
          <p:nvPr userDrawn="1"/>
        </p:nvSpPr>
        <p:spPr>
          <a:xfrm flipH="1">
            <a:off x="-791527" y="546496"/>
            <a:ext cx="144000" cy="621508"/>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18" name="Rectangle 17"/>
          <p:cNvSpPr/>
          <p:nvPr userDrawn="1"/>
        </p:nvSpPr>
        <p:spPr>
          <a:xfrm flipH="1">
            <a:off x="-935527" y="3679031"/>
            <a:ext cx="144000" cy="756048"/>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0" name="Rectangle 19"/>
          <p:cNvSpPr/>
          <p:nvPr userDrawn="1"/>
        </p:nvSpPr>
        <p:spPr>
          <a:xfrm flipH="1">
            <a:off x="-791527" y="2925269"/>
            <a:ext cx="144000" cy="756048"/>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1" name="Rectangle 20"/>
          <p:cNvSpPr/>
          <p:nvPr userDrawn="1"/>
        </p:nvSpPr>
        <p:spPr>
          <a:xfrm flipH="1">
            <a:off x="-935527" y="2164650"/>
            <a:ext cx="144000" cy="756048"/>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2" name="Rectangle 21"/>
          <p:cNvSpPr/>
          <p:nvPr userDrawn="1"/>
        </p:nvSpPr>
        <p:spPr>
          <a:xfrm flipH="1">
            <a:off x="-791527" y="1410889"/>
            <a:ext cx="144000" cy="756048"/>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3" name="Rectangle 22"/>
          <p:cNvSpPr/>
          <p:nvPr userDrawn="1"/>
        </p:nvSpPr>
        <p:spPr>
          <a:xfrm flipH="1">
            <a:off x="-935527" y="1168800"/>
            <a:ext cx="144000" cy="239804"/>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4" name="Rectangle 23"/>
          <p:cNvSpPr/>
          <p:nvPr userDrawn="1"/>
        </p:nvSpPr>
        <p:spPr>
          <a:xfrm flipH="1">
            <a:off x="-935527" y="276225"/>
            <a:ext cx="144000" cy="270272"/>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26" name="Rectangle 25"/>
          <p:cNvSpPr/>
          <p:nvPr userDrawn="1"/>
        </p:nvSpPr>
        <p:spPr>
          <a:xfrm flipH="1">
            <a:off x="-791527" y="4435078"/>
            <a:ext cx="144000" cy="432197"/>
          </a:xfrm>
          <a:prstGeom prst="rect">
            <a:avLst/>
          </a:prstGeom>
          <a:pattFill prst="dkUpDiag">
            <a:fgClr>
              <a:schemeClr val="bg2"/>
            </a:fgClr>
            <a:bgClr>
              <a:schemeClr val="accent4"/>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none" lIns="228600" tIns="228600" rIns="228600" bIns="228600" rtlCol="0" anchor="ctr">
            <a:noAutofit/>
          </a:bodyPr>
          <a:lstStyle/>
          <a:p>
            <a:pPr algn="ctr"/>
            <a:endParaRPr lang="en-GB" sz="1400" dirty="0">
              <a:solidFill>
                <a:schemeClr val="bg1"/>
              </a:solidFill>
              <a:latin typeface="Franklin Gothic Demi Cond" panose="020B0706030402020204" pitchFamily="34" charset="0"/>
            </a:endParaRPr>
          </a:p>
        </p:txBody>
      </p:sp>
      <p:sp>
        <p:nvSpPr>
          <p:cNvPr id="6" name="Footer Placeholder 5"/>
          <p:cNvSpPr>
            <a:spLocks noGrp="1"/>
          </p:cNvSpPr>
          <p:nvPr>
            <p:ph type="ftr" sz="quarter" idx="3"/>
          </p:nvPr>
        </p:nvSpPr>
        <p:spPr>
          <a:xfrm>
            <a:off x="2879725" y="4867276"/>
            <a:ext cx="3384550" cy="173831"/>
          </a:xfrm>
          <a:prstGeom prst="rect">
            <a:avLst/>
          </a:prstGeom>
        </p:spPr>
        <p:txBody>
          <a:bodyPr vert="horz" lIns="0" tIns="0" rIns="0" bIns="0" rtlCol="0" anchor="ctr"/>
          <a:lstStyle>
            <a:lvl1pPr algn="ctr">
              <a:defRPr sz="800">
                <a:solidFill>
                  <a:schemeClr val="tx2">
                    <a:lumMod val="60000"/>
                    <a:lumOff val="40000"/>
                  </a:schemeClr>
                </a:solidFill>
              </a:defRPr>
            </a:lvl1pPr>
          </a:lstStyle>
          <a:p>
            <a:endParaRPr lang="en-GB" dirty="0"/>
          </a:p>
        </p:txBody>
      </p:sp>
      <p:sp>
        <p:nvSpPr>
          <p:cNvPr id="31" name="Slide Number Placeholder 30"/>
          <p:cNvSpPr>
            <a:spLocks noGrp="1"/>
          </p:cNvSpPr>
          <p:nvPr>
            <p:ph type="sldNum" sz="quarter" idx="4"/>
          </p:nvPr>
        </p:nvSpPr>
        <p:spPr>
          <a:xfrm>
            <a:off x="352144" y="4867275"/>
            <a:ext cx="412203" cy="179492"/>
          </a:xfrm>
          <a:prstGeom prst="rect">
            <a:avLst/>
          </a:prstGeom>
        </p:spPr>
        <p:txBody>
          <a:bodyPr vert="horz" lIns="0" tIns="0" rIns="0" bIns="0" rtlCol="0" anchor="ctr"/>
          <a:lstStyle>
            <a:lvl1pPr algn="l">
              <a:defRPr sz="800">
                <a:solidFill>
                  <a:schemeClr val="tx2">
                    <a:lumMod val="60000"/>
                    <a:lumOff val="40000"/>
                  </a:schemeClr>
                </a:solidFill>
              </a:defRPr>
            </a:lvl1pPr>
          </a:lstStyle>
          <a:p>
            <a:fld id="{F4669F32-90E1-ED4F-B6D9-07697D6A4E9E}" type="slidenum">
              <a:rPr lang="en-GB" smtClean="0"/>
              <a:pPr/>
              <a:t>‹#›</a:t>
            </a:fld>
            <a:endParaRPr lang="en-GB" dirty="0"/>
          </a:p>
        </p:txBody>
      </p:sp>
    </p:spTree>
    <p:extLst>
      <p:ext uri="{BB962C8B-B14F-4D97-AF65-F5344CB8AC3E}">
        <p14:creationId xmlns:p14="http://schemas.microsoft.com/office/powerpoint/2010/main" val="3777297127"/>
      </p:ext>
    </p:extLst>
  </p:cSld>
  <p:clrMap bg1="lt1" tx1="dk1" bg2="lt2" tx2="dk2" accent1="accent1" accent2="accent2" accent3="accent3" accent4="accent4" accent5="accent5" accent6="accent6" hlink="hlink" folHlink="folHlink"/>
  <p:sldLayoutIdLst>
    <p:sldLayoutId id="2147483657" r:id="rId1"/>
    <p:sldLayoutId id="2147483665" r:id="rId2"/>
    <p:sldLayoutId id="2147483666" r:id="rId3"/>
    <p:sldLayoutId id="2147483658" r:id="rId4"/>
    <p:sldLayoutId id="2147483655" r:id="rId5"/>
    <p:sldLayoutId id="2147483652" r:id="rId6"/>
    <p:sldLayoutId id="2147483654" r:id="rId7"/>
    <p:sldLayoutId id="2147483651" r:id="rId8"/>
    <p:sldLayoutId id="2147483659" r:id="rId9"/>
    <p:sldLayoutId id="2147483660" r:id="rId10"/>
    <p:sldLayoutId id="2147483661" r:id="rId11"/>
    <p:sldLayoutId id="2147483662" r:id="rId12"/>
    <p:sldLayoutId id="2147483663" r:id="rId13"/>
    <p:sldLayoutId id="2147483664" r:id="rId14"/>
    <p:sldLayoutId id="2147483656" r:id="rId15"/>
    <p:sldLayoutId id="2147483669" r:id="rId16"/>
    <p:sldLayoutId id="2147483670" r:id="rId17"/>
  </p:sldLayoutIdLst>
  <p:hf hdr="0" dt="0"/>
  <p:txStyles>
    <p:titleStyle>
      <a:lvl1pPr algn="l" defTabSz="914400" rtl="0" eaLnBrk="1" latinLnBrk="0" hangingPunct="1">
        <a:lnSpc>
          <a:spcPct val="85000"/>
        </a:lnSpc>
        <a:spcBef>
          <a:spcPct val="0"/>
        </a:spcBef>
        <a:buNone/>
        <a:defRPr sz="2800" b="0" i="0" kern="1200">
          <a:solidFill>
            <a:schemeClr val="tx2"/>
          </a:solidFill>
          <a:latin typeface="Bebas Neue Regular" charset="0"/>
          <a:ea typeface="Bebas Neue Regular" charset="0"/>
          <a:cs typeface="Bebas Neue Regular"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sz="1600" b="1" i="0" kern="1200">
          <a:solidFill>
            <a:schemeClr val="accent1"/>
          </a:solidFill>
          <a:latin typeface="+mn-lt"/>
          <a:ea typeface="+mn-ea"/>
          <a:cs typeface="+mn-cs"/>
        </a:defRPr>
      </a:lvl1pPr>
      <a:lvl2pPr marL="179388" indent="-179388" algn="l" defTabSz="914400" rtl="0" eaLnBrk="1" latinLnBrk="0" hangingPunct="1">
        <a:lnSpc>
          <a:spcPct val="100000"/>
        </a:lnSpc>
        <a:spcBef>
          <a:spcPts val="600"/>
        </a:spcBef>
        <a:spcAft>
          <a:spcPts val="0"/>
        </a:spcAft>
        <a:buFont typeface="Arial" panose="020B0604020202020204" pitchFamily="34" charset="0"/>
        <a:buChar char="•"/>
        <a:tabLst/>
        <a:defRPr sz="1400" kern="1200">
          <a:solidFill>
            <a:schemeClr val="tx2"/>
          </a:solidFill>
          <a:latin typeface="+mn-lt"/>
          <a:ea typeface="+mn-ea"/>
          <a:cs typeface="+mn-cs"/>
        </a:defRPr>
      </a:lvl2pPr>
      <a:lvl3pPr marL="360363" indent="-174625" algn="l" defTabSz="914400" rtl="0" eaLnBrk="1" latinLnBrk="0" hangingPunct="1">
        <a:lnSpc>
          <a:spcPct val="100000"/>
        </a:lnSpc>
        <a:spcBef>
          <a:spcPts val="600"/>
        </a:spcBef>
        <a:spcAft>
          <a:spcPts val="0"/>
        </a:spcAft>
        <a:buFont typeface="Arial" panose="020B0604020202020204" pitchFamily="34" charset="0"/>
        <a:buChar char="•"/>
        <a:tabLst/>
        <a:defRPr sz="1100" kern="1200">
          <a:solidFill>
            <a:schemeClr val="tx2"/>
          </a:solidFill>
          <a:latin typeface="+mn-lt"/>
          <a:ea typeface="+mn-ea"/>
          <a:cs typeface="+mn-cs"/>
        </a:defRPr>
      </a:lvl3pPr>
      <a:lvl4pPr marL="533400" indent="-173038" algn="l" defTabSz="914400" rtl="0" eaLnBrk="1" latinLnBrk="0" hangingPunct="1">
        <a:lnSpc>
          <a:spcPct val="100000"/>
        </a:lnSpc>
        <a:spcBef>
          <a:spcPts val="300"/>
        </a:spcBef>
        <a:spcAft>
          <a:spcPts val="0"/>
        </a:spcAft>
        <a:buFont typeface="Wingdings" panose="05000000000000000000" pitchFamily="2" charset="2"/>
        <a:buChar char="§"/>
        <a:tabLst/>
        <a:defRPr sz="1100" kern="1200">
          <a:solidFill>
            <a:schemeClr val="tx2">
              <a:lumMod val="60000"/>
              <a:lumOff val="40000"/>
            </a:schemeClr>
          </a:solidFill>
          <a:latin typeface="+mn-lt"/>
          <a:ea typeface="+mn-ea"/>
          <a:cs typeface="+mn-cs"/>
        </a:defRPr>
      </a:lvl4pPr>
      <a:lvl5pPr marL="714375" indent="-180975" algn="l" defTabSz="914400" rtl="0" eaLnBrk="1" latinLnBrk="0" hangingPunct="1">
        <a:lnSpc>
          <a:spcPct val="100000"/>
        </a:lnSpc>
        <a:spcBef>
          <a:spcPts val="300"/>
        </a:spcBef>
        <a:spcAft>
          <a:spcPts val="0"/>
        </a:spcAft>
        <a:buFont typeface="Wingdings" panose="05000000000000000000" pitchFamily="2" charset="2"/>
        <a:buChar char="§"/>
        <a:tabLst/>
        <a:defRPr sz="1100" kern="1200">
          <a:solidFill>
            <a:schemeClr val="tx2">
              <a:lumMod val="60000"/>
              <a:lumOff val="40000"/>
            </a:schemeClr>
          </a:solidFill>
          <a:latin typeface="+mn-lt"/>
          <a:ea typeface="+mn-ea"/>
          <a:cs typeface="+mn-cs"/>
        </a:defRPr>
      </a:lvl5pPr>
      <a:lvl6pPr marL="0" indent="0" algn="l" defTabSz="914400" rtl="0" eaLnBrk="1" latinLnBrk="0" hangingPunct="1">
        <a:lnSpc>
          <a:spcPct val="100000"/>
        </a:lnSpc>
        <a:spcBef>
          <a:spcPts val="600"/>
        </a:spcBef>
        <a:spcAft>
          <a:spcPts val="0"/>
        </a:spcAft>
        <a:buFont typeface="Arial" panose="020B0604020202020204" pitchFamily="34" charset="0"/>
        <a:buChar char="​"/>
        <a:defRPr sz="1100" b="1" kern="1200">
          <a:solidFill>
            <a:schemeClr val="bg2">
              <a:lumMod val="90000"/>
            </a:schemeClr>
          </a:solidFill>
          <a:latin typeface="+mj-lt"/>
          <a:ea typeface="+mn-ea"/>
          <a:cs typeface="+mn-cs"/>
        </a:defRPr>
      </a:lvl6pPr>
      <a:lvl7pPr marL="0" indent="0" algn="l" defTabSz="914400" rtl="0" eaLnBrk="1" latinLnBrk="0" hangingPunct="1">
        <a:lnSpc>
          <a:spcPct val="100000"/>
        </a:lnSpc>
        <a:spcBef>
          <a:spcPts val="600"/>
        </a:spcBef>
        <a:spcAft>
          <a:spcPts val="600"/>
        </a:spcAft>
        <a:buFont typeface="Arial" panose="020B0604020202020204" pitchFamily="34" charset="0"/>
        <a:buChar char="​"/>
        <a:defRPr sz="1100" kern="1200">
          <a:solidFill>
            <a:schemeClr val="bg2">
              <a:lumMod val="90000"/>
            </a:schemeClr>
          </a:solidFill>
          <a:latin typeface="+mj-lt"/>
          <a:ea typeface="+mn-ea"/>
          <a:cs typeface="+mn-cs"/>
        </a:defRPr>
      </a:lvl7pPr>
      <a:lvl8pPr marL="0" indent="0" algn="l" defTabSz="914400" rtl="0" eaLnBrk="1" latinLnBrk="0" hangingPunct="1">
        <a:lnSpc>
          <a:spcPct val="100000"/>
        </a:lnSpc>
        <a:spcBef>
          <a:spcPts val="600"/>
        </a:spcBef>
        <a:spcAft>
          <a:spcPts val="600"/>
        </a:spcAft>
        <a:buFont typeface="Arial" panose="020B0604020202020204" pitchFamily="34" charset="0"/>
        <a:buChar char="​"/>
        <a:defRPr sz="1100" kern="1200">
          <a:solidFill>
            <a:schemeClr val="accent1"/>
          </a:solidFill>
          <a:latin typeface="+mj-lt"/>
          <a:ea typeface="+mn-ea"/>
          <a:cs typeface="+mn-cs"/>
        </a:defRPr>
      </a:lvl8pPr>
      <a:lvl9pPr marL="0" indent="0" algn="l" defTabSz="914400" rtl="0" eaLnBrk="1" latinLnBrk="0" hangingPunct="1">
        <a:lnSpc>
          <a:spcPct val="100000"/>
        </a:lnSpc>
        <a:spcBef>
          <a:spcPts val="600"/>
        </a:spcBef>
        <a:spcAft>
          <a:spcPts val="600"/>
        </a:spcAft>
        <a:buFont typeface="Arial" panose="020B0604020202020204" pitchFamily="34" charset="0"/>
        <a:buChar char="​"/>
        <a:defRPr sz="1100" kern="1200">
          <a:solidFill>
            <a:schemeClr val="accent3"/>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 userDrawn="1">
          <p15:clr>
            <a:srgbClr val="F26B43"/>
          </p15:clr>
        </p15:guide>
        <p15:guide id="2" orient="horz" pos="577" userDrawn="1">
          <p15:clr>
            <a:srgbClr val="F26B43"/>
          </p15:clr>
        </p15:guide>
        <p15:guide id="3" orient="horz" pos="735" userDrawn="1">
          <p15:clr>
            <a:srgbClr val="F26B43"/>
          </p15:clr>
        </p15:guide>
        <p15:guide id="4" orient="horz" pos="889" userDrawn="1">
          <p15:clr>
            <a:srgbClr val="F26B43"/>
          </p15:clr>
        </p15:guide>
        <p15:guide id="5" orient="horz" pos="1365" userDrawn="1">
          <p15:clr>
            <a:srgbClr val="F26B43"/>
          </p15:clr>
        </p15:guide>
        <p15:guide id="6" orient="horz" pos="1841" userDrawn="1">
          <p15:clr>
            <a:srgbClr val="F26B43"/>
          </p15:clr>
        </p15:guide>
        <p15:guide id="7" orient="horz" pos="2794" userDrawn="1">
          <p15:clr>
            <a:srgbClr val="F26B43"/>
          </p15:clr>
        </p15:guide>
        <p15:guide id="8" orient="horz" pos="2318" userDrawn="1">
          <p15:clr>
            <a:srgbClr val="F26B43"/>
          </p15:clr>
        </p15:guide>
        <p15:guide id="9" orient="horz" pos="3066" userDrawn="1">
          <p15:clr>
            <a:srgbClr val="F26B43"/>
          </p15:clr>
        </p15:guide>
        <p15:guide id="10" pos="226" userDrawn="1">
          <p15:clr>
            <a:srgbClr val="F26B43"/>
          </p15:clr>
        </p15:guide>
        <p15:guide id="11" pos="1814" userDrawn="1">
          <p15:clr>
            <a:srgbClr val="F26B43"/>
          </p15:clr>
        </p15:guide>
        <p15:guide id="12" pos="2086" userDrawn="1">
          <p15:clr>
            <a:srgbClr val="F26B43"/>
          </p15:clr>
        </p15:guide>
        <p15:guide id="13" pos="3674" userDrawn="1">
          <p15:clr>
            <a:srgbClr val="F26B43"/>
          </p15:clr>
        </p15:guide>
        <p15:guide id="14" pos="3946" userDrawn="1">
          <p15:clr>
            <a:srgbClr val="F26B43"/>
          </p15:clr>
        </p15:guide>
        <p15:guide id="15" pos="553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microsoft.com/office/2007/relationships/hdphoto" Target="../media/hdphoto1.wdp"/></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br>
              <a:rPr lang="en-US" sz="2800" dirty="0"/>
            </a:br>
            <a:r>
              <a:rPr lang="en-US" sz="2800" dirty="0"/>
              <a:t>Aptamer-Based Detection of Enteric Viruses in </a:t>
            </a:r>
            <a:r>
              <a:rPr lang="en-US" sz="2800" dirty="0" err="1"/>
              <a:t>Faecal Samples</a:t>
            </a:r>
            <a:r>
              <a:rPr lang="en-US" sz="2800" dirty="0"/>
              <a:t>: A Novel Platform to Assess the Viral Risk of </a:t>
            </a:r>
            <a:r>
              <a:rPr lang="en-US" sz="2800" dirty="0" err="1"/>
              <a:t>Faecal Microbiota</a:t>
            </a:r>
            <a:r>
              <a:rPr lang="en-US" sz="2800" dirty="0"/>
              <a:t> Transplants</a:t>
            </a:r>
          </a:p>
        </p:txBody>
      </p:sp>
      <p:sp>
        <p:nvSpPr>
          <p:cNvPr id="9" name="Text Placeholder 8"/>
          <p:cNvSpPr>
            <a:spLocks noGrp="1"/>
          </p:cNvSpPr>
          <p:nvPr>
            <p:ph type="body" sz="quarter" idx="14"/>
          </p:nvPr>
        </p:nvSpPr>
        <p:spPr/>
        <p:txBody>
          <a:bodyPr/>
          <a:lstStyle/>
          <a:p>
            <a:r>
              <a:rPr lang="en-US" dirty="0"/>
              <a:t>Nazanin KHAZALI</a:t>
            </a:r>
            <a:br>
              <a:rPr lang="en-US" dirty="0"/>
            </a:br>
            <a:r>
              <a:rPr lang="en-US" dirty="0"/>
              <a:t>PhD student </a:t>
            </a:r>
          </a:p>
          <a:p>
            <a:endParaRPr lang="en-US" dirty="0"/>
          </a:p>
          <a:p>
            <a:r>
              <a:rPr lang="en-US" dirty="0">
                <a:solidFill>
                  <a:schemeClr val="accent2">
                    <a:lumMod val="75000"/>
                  </a:schemeClr>
                </a:solidFill>
              </a:rPr>
              <a:t>Supervisor: Dr. Leslie OGORZALY</a:t>
            </a:r>
          </a:p>
          <a:p>
            <a:pPr lvl="1"/>
            <a:endParaRPr lang="en-US" dirty="0"/>
          </a:p>
          <a:p>
            <a:pPr lvl="1"/>
            <a:br>
              <a:rPr lang="en-US" dirty="0"/>
            </a:br>
            <a:endParaRPr lang="en-US" b="1" dirty="0">
              <a:solidFill>
                <a:schemeClr val="accent1"/>
              </a:solidFill>
            </a:endParaRPr>
          </a:p>
        </p:txBody>
      </p:sp>
    </p:spTree>
    <p:extLst>
      <p:ext uri="{BB962C8B-B14F-4D97-AF65-F5344CB8AC3E}">
        <p14:creationId xmlns:p14="http://schemas.microsoft.com/office/powerpoint/2010/main" val="165075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0000" y="276456"/>
            <a:ext cx="8424000" cy="639532"/>
          </a:xfrm>
        </p:spPr>
        <p:txBody>
          <a:bodyPr/>
          <a:lstStyle/>
          <a:p>
            <a:r>
              <a:rPr lang="en-US" b="1" dirty="0"/>
              <a:t>Why we need a rapid test?</a:t>
            </a:r>
            <a:br>
              <a:rPr lang="en-US" b="1" cap="all" dirty="0"/>
            </a:br>
            <a:endParaRPr lang="en-US" dirty="0"/>
          </a:p>
        </p:txBody>
      </p:sp>
      <p:sp>
        <p:nvSpPr>
          <p:cNvPr id="10" name="Footer Placeholder 9"/>
          <p:cNvSpPr>
            <a:spLocks noGrp="1"/>
          </p:cNvSpPr>
          <p:nvPr>
            <p:ph type="ftr" sz="quarter" idx="3"/>
          </p:nvPr>
        </p:nvSpPr>
        <p:spPr/>
        <p:txBody>
          <a:bodyPr/>
          <a:lstStyle/>
          <a:p>
            <a:endParaRPr lang="en-GB" dirty="0"/>
          </a:p>
        </p:txBody>
      </p:sp>
      <p:sp>
        <p:nvSpPr>
          <p:cNvPr id="11" name="Slide Number Placeholder 10"/>
          <p:cNvSpPr>
            <a:spLocks noGrp="1"/>
          </p:cNvSpPr>
          <p:nvPr>
            <p:ph type="sldNum" sz="quarter" idx="4"/>
          </p:nvPr>
        </p:nvSpPr>
        <p:spPr>
          <a:xfrm>
            <a:off x="360000" y="4846320"/>
            <a:ext cx="457200" cy="182880"/>
          </a:xfrm>
        </p:spPr>
        <p:txBody>
          <a:bodyPr/>
          <a:lstStyle/>
          <a:p>
            <a:fld id="{F4669F32-90E1-ED4F-B6D9-07697D6A4E9E}" type="slidenum">
              <a:rPr lang="en-GB" smtClean="0"/>
              <a:pPr/>
              <a:t>2</a:t>
            </a:fld>
            <a:endParaRPr lang="en-GB" dirty="0"/>
          </a:p>
        </p:txBody>
      </p:sp>
      <p:pic>
        <p:nvPicPr>
          <p:cNvPr id="4" name="Picture 3">
            <a:extLst>
              <a:ext uri="{FF2B5EF4-FFF2-40B4-BE49-F238E27FC236}">
                <a16:creationId xmlns:a16="http://schemas.microsoft.com/office/drawing/2014/main" id="{76117397-EDF2-D071-C14C-78C2456D97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2144" y="915988"/>
            <a:ext cx="8425225" cy="3593886"/>
          </a:xfrm>
          <a:prstGeom prst="rect">
            <a:avLst/>
          </a:prstGeom>
        </p:spPr>
      </p:pic>
      <p:sp>
        <p:nvSpPr>
          <p:cNvPr id="6" name="Content Placeholder 5">
            <a:extLst>
              <a:ext uri="{FF2B5EF4-FFF2-40B4-BE49-F238E27FC236}">
                <a16:creationId xmlns:a16="http://schemas.microsoft.com/office/drawing/2014/main" id="{64AC5B4A-CF38-B3DA-50FE-F86D13DFF598}"/>
              </a:ext>
            </a:extLst>
          </p:cNvPr>
          <p:cNvSpPr>
            <a:spLocks noGrp="1"/>
          </p:cNvSpPr>
          <p:nvPr>
            <p:ph sz="quarter" idx="16"/>
          </p:nvPr>
        </p:nvSpPr>
        <p:spPr/>
        <p:txBody>
          <a:bodyPr/>
          <a:lstStyle/>
          <a:p>
            <a:endParaRPr lang="en-US" dirty="0"/>
          </a:p>
        </p:txBody>
      </p:sp>
    </p:spTree>
    <p:extLst>
      <p:ext uri="{BB962C8B-B14F-4D97-AF65-F5344CB8AC3E}">
        <p14:creationId xmlns:p14="http://schemas.microsoft.com/office/powerpoint/2010/main" val="29479466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0F576-2C29-BB0B-1770-1B4E219B8C85}"/>
              </a:ext>
            </a:extLst>
          </p:cNvPr>
          <p:cNvSpPr>
            <a:spLocks noGrp="1"/>
          </p:cNvSpPr>
          <p:nvPr>
            <p:ph type="title"/>
          </p:nvPr>
        </p:nvSpPr>
        <p:spPr>
          <a:xfrm>
            <a:off x="360000" y="276456"/>
            <a:ext cx="8424000" cy="639532"/>
          </a:xfrm>
        </p:spPr>
        <p:txBody>
          <a:bodyPr/>
          <a:lstStyle/>
          <a:p>
            <a:r>
              <a:rPr lang="en-US" b="1" dirty="0"/>
              <a:t>Why norovirus?</a:t>
            </a:r>
          </a:p>
        </p:txBody>
      </p:sp>
      <p:sp>
        <p:nvSpPr>
          <p:cNvPr id="7" name="Footer Placeholder 6">
            <a:extLst>
              <a:ext uri="{FF2B5EF4-FFF2-40B4-BE49-F238E27FC236}">
                <a16:creationId xmlns:a16="http://schemas.microsoft.com/office/drawing/2014/main" id="{69790777-1BB5-0170-F4F8-9E6BC8E6934D}"/>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59E5E2DA-915B-06B8-230D-161874119D78}"/>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3</a:t>
            </a:fld>
            <a:endParaRPr lang="en-GB" dirty="0"/>
          </a:p>
        </p:txBody>
      </p:sp>
      <p:sp>
        <p:nvSpPr>
          <p:cNvPr id="16" name="TextBox 15">
            <a:extLst>
              <a:ext uri="{FF2B5EF4-FFF2-40B4-BE49-F238E27FC236}">
                <a16:creationId xmlns:a16="http://schemas.microsoft.com/office/drawing/2014/main" id="{C7EE76D8-0D42-B669-3C11-C599273CB592}"/>
              </a:ext>
            </a:extLst>
          </p:cNvPr>
          <p:cNvSpPr txBox="1"/>
          <p:nvPr/>
        </p:nvSpPr>
        <p:spPr>
          <a:xfrm>
            <a:off x="421445" y="1110126"/>
            <a:ext cx="6379200" cy="3447098"/>
          </a:xfrm>
          <a:prstGeom prst="rect">
            <a:avLst/>
          </a:prstGeom>
          <a:noFill/>
        </p:spPr>
        <p:txBody>
          <a:bodyPr wrap="square" lIns="0" tIns="0" rIns="0" bIns="0" rtlCol="0" anchor="b">
            <a:spAutoFit/>
          </a:bodyPr>
          <a:lstStyle/>
          <a:p>
            <a:r>
              <a:rPr lang="en-US" sz="1600" b="1" dirty="0">
                <a:latin typeface="Calibri" pitchFamily="34" charset="0"/>
                <a:ea typeface="Calibri" pitchFamily="34" charset="-122"/>
                <a:cs typeface="Calibri" pitchFamily="34" charset="-120"/>
              </a:rPr>
              <a:t>Global leading cause</a:t>
            </a:r>
            <a:endParaRPr lang="en-US" sz="1600" b="1" dirty="0"/>
          </a:p>
          <a:p>
            <a:r>
              <a:rPr lang="en-US" sz="1600" dirty="0">
                <a:latin typeface="Calibri" pitchFamily="34" charset="0"/>
                <a:ea typeface="Calibri" pitchFamily="34" charset="-122"/>
                <a:cs typeface="Calibri" pitchFamily="34" charset="-120"/>
              </a:rPr>
              <a:t>of acute gastroenteritis across all age groups</a:t>
            </a:r>
          </a:p>
          <a:p>
            <a:endParaRPr lang="en-US" sz="1600" dirty="0">
              <a:latin typeface="Calibri" pitchFamily="34" charset="0"/>
              <a:ea typeface="Calibri" pitchFamily="34" charset="-122"/>
              <a:cs typeface="Calibri" pitchFamily="34" charset="-120"/>
            </a:endParaRPr>
          </a:p>
          <a:p>
            <a:r>
              <a:rPr lang="en-US" sz="1600" b="1" dirty="0">
                <a:latin typeface="Calibri" pitchFamily="34" charset="0"/>
                <a:ea typeface="Calibri" pitchFamily="34" charset="-122"/>
                <a:cs typeface="Calibri" pitchFamily="34" charset="-120"/>
              </a:rPr>
              <a:t>Outbreak hotspots</a:t>
            </a:r>
            <a:endParaRPr lang="en-US" sz="1600" dirty="0"/>
          </a:p>
          <a:p>
            <a:r>
              <a:rPr lang="en-US" sz="1600" dirty="0">
                <a:latin typeface="Calibri" pitchFamily="34" charset="0"/>
                <a:ea typeface="Calibri" pitchFamily="34" charset="-122"/>
                <a:cs typeface="Calibri" pitchFamily="34" charset="-120"/>
              </a:rPr>
              <a:t>hospitals, care homes, schools, cruise ships, military &amp; food industry</a:t>
            </a:r>
          </a:p>
          <a:p>
            <a:endParaRPr lang="en-US" sz="1600" dirty="0">
              <a:latin typeface="Calibri" pitchFamily="34" charset="0"/>
              <a:ea typeface="Calibri" pitchFamily="34" charset="-122"/>
              <a:cs typeface="Calibri" pitchFamily="34" charset="-120"/>
            </a:endParaRPr>
          </a:p>
          <a:p>
            <a:r>
              <a:rPr lang="en-US" sz="1600" b="1" dirty="0">
                <a:latin typeface="Calibri" pitchFamily="34" charset="0"/>
                <a:ea typeface="Calibri" pitchFamily="34" charset="-122"/>
                <a:cs typeface="Calibri" pitchFamily="34" charset="-120"/>
              </a:rPr>
              <a:t>Extremely low infectious dose</a:t>
            </a:r>
            <a:endParaRPr lang="en-US" sz="1600" dirty="0"/>
          </a:p>
          <a:p>
            <a:r>
              <a:rPr lang="en-US" sz="1600" dirty="0">
                <a:latin typeface="Calibri" pitchFamily="34" charset="0"/>
                <a:ea typeface="Calibri" pitchFamily="34" charset="-122"/>
                <a:cs typeface="Calibri" pitchFamily="34" charset="-120"/>
              </a:rPr>
              <a:t>as few as ~18 viral particles can cause infection</a:t>
            </a:r>
          </a:p>
          <a:p>
            <a:endParaRPr lang="en-US" sz="1600" dirty="0">
              <a:latin typeface="Calibri" pitchFamily="34" charset="0"/>
              <a:ea typeface="Calibri" pitchFamily="34" charset="-122"/>
              <a:cs typeface="Calibri" pitchFamily="34" charset="-120"/>
            </a:endParaRPr>
          </a:p>
          <a:p>
            <a:r>
              <a:rPr lang="en-US" sz="1600" b="1" dirty="0">
                <a:latin typeface="Calibri" pitchFamily="34" charset="0"/>
                <a:ea typeface="Calibri" pitchFamily="34" charset="-122"/>
                <a:cs typeface="Calibri" pitchFamily="34" charset="-120"/>
              </a:rPr>
              <a:t>Massive viral shedding</a:t>
            </a:r>
            <a:endParaRPr lang="en-US" sz="1600" dirty="0"/>
          </a:p>
          <a:p>
            <a:r>
              <a:rPr lang="en-US" sz="1600" dirty="0">
                <a:latin typeface="Calibri" pitchFamily="34" charset="0"/>
                <a:ea typeface="Calibri" pitchFamily="34" charset="-122"/>
                <a:cs typeface="Calibri" pitchFamily="34" charset="-120"/>
              </a:rPr>
              <a:t>billions of copies per gram of stool</a:t>
            </a:r>
            <a:endParaRPr lang="en-US" sz="1600" dirty="0"/>
          </a:p>
          <a:p>
            <a:endParaRPr lang="en-US" sz="1600" dirty="0"/>
          </a:p>
          <a:p>
            <a:endParaRPr lang="en-US" sz="1600" dirty="0"/>
          </a:p>
          <a:p>
            <a:endParaRPr lang="en-US" sz="1600" dirty="0"/>
          </a:p>
        </p:txBody>
      </p:sp>
      <p:pic>
        <p:nvPicPr>
          <p:cNvPr id="18" name="Picture 17">
            <a:extLst>
              <a:ext uri="{FF2B5EF4-FFF2-40B4-BE49-F238E27FC236}">
                <a16:creationId xmlns:a16="http://schemas.microsoft.com/office/drawing/2014/main" id="{6E0533D2-6D26-7036-EAB5-5FD9EF75AAE1}"/>
              </a:ext>
            </a:extLst>
          </p:cNvPr>
          <p:cNvPicPr>
            <a:picLocks noChangeAspect="1"/>
          </p:cNvPicPr>
          <p:nvPr/>
        </p:nvPicPr>
        <p:blipFill>
          <a:blip r:embed="rId2"/>
          <a:stretch>
            <a:fillRect/>
          </a:stretch>
        </p:blipFill>
        <p:spPr>
          <a:xfrm>
            <a:off x="5164356" y="2623436"/>
            <a:ext cx="3272578" cy="1812039"/>
          </a:xfrm>
          <a:prstGeom prst="rect">
            <a:avLst/>
          </a:prstGeom>
        </p:spPr>
      </p:pic>
    </p:spTree>
    <p:extLst>
      <p:ext uri="{BB962C8B-B14F-4D97-AF65-F5344CB8AC3E}">
        <p14:creationId xmlns:p14="http://schemas.microsoft.com/office/powerpoint/2010/main" val="2147547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60000" y="276456"/>
            <a:ext cx="8424000" cy="639532"/>
          </a:xfrm>
          <a:prstGeom prst="rect">
            <a:avLst/>
          </a:prstGeom>
          <a:noFill/>
          <a:ln/>
        </p:spPr>
        <p:txBody>
          <a:bodyPr vert="horz" wrap="square" lIns="0" tIns="0" rIns="0" bIns="0" rtlCol="0" anchor="ctr">
            <a:noAutofit/>
          </a:bodyPr>
          <a:lstStyle/>
          <a:p>
            <a:r>
              <a:rPr lang="en-US" dirty="0" b="1"/>
              <a:t>Three work packages</a:t>
            </a:r>
          </a:p>
        </p:txBody>
      </p:sp>
      <p:sp>
        <p:nvSpPr>
          <p:cNvPr id="3" name="Shape 1"/>
          <p:cNvSpPr/>
          <p:nvPr/>
        </p:nvSpPr>
        <p:spPr>
          <a:xfrm>
            <a:off x="1303020" y="2160270"/>
            <a:ext cx="6515100" cy="0"/>
          </a:xfrm>
          <a:prstGeom prst="line">
            <a:avLst/>
          </a:prstGeom>
          <a:noFill/>
          <a:ln w="50800">
            <a:solidFill>
              <a:schemeClr val="accent5"/>
            </a:solidFill>
            <a:prstDash val="dash"/>
          </a:ln>
        </p:spPr>
        <p:txBody>
          <a:bodyPr/>
          <a:lstStyle/>
          <a:p>
            <a:endParaRPr lang="en-US" sz="1350"/>
          </a:p>
        </p:txBody>
      </p:sp>
      <p:sp>
        <p:nvSpPr>
          <p:cNvPr id="4" name="roadmap-WP1"/>
          <p:cNvSpPr/>
          <p:nvPr/>
        </p:nvSpPr>
        <p:spPr>
          <a:xfrm>
            <a:off x="1303020" y="1611630"/>
            <a:ext cx="1097280" cy="1097280"/>
          </a:xfrm>
          <a:prstGeom prst="ellipse">
            <a:avLst/>
          </a:prstGeom>
          <a:solidFill>
            <a:schemeClr val="accent1"/>
          </a:solidFill>
          <a:ln w="50800">
            <a:solidFill>
              <a:schemeClr val="bg1"/>
            </a:solidFill>
            <a:prstDash val="solid"/>
          </a:ln>
        </p:spPr>
        <p:txBody>
          <a:bodyPr/>
          <a:lstStyle/>
          <a:p>
            <a:endParaRPr lang="en-US" sz="1350"/>
          </a:p>
        </p:txBody>
      </p:sp>
      <p:sp>
        <p:nvSpPr>
          <p:cNvPr id="5" name="Text 3"/>
          <p:cNvSpPr txBox="1"/>
          <p:nvPr/>
        </p:nvSpPr>
        <p:spPr>
          <a:xfrm>
            <a:off x="1303020" y="1611630"/>
            <a:ext cx="1097280" cy="1097280"/>
          </a:xfrm>
          <a:prstGeom prst="rect">
            <a:avLst/>
          </a:prstGeom>
          <a:noFill/>
          <a:ln/>
        </p:spPr>
        <p:txBody>
          <a:bodyPr wrap="square" lIns="0" tIns="0" rIns="0" bIns="0" rtlCol="0" anchor="ctr"/>
          <a:lstStyle/>
          <a:p>
            <a:pPr algn="ctr"/>
            <a:r>
              <a:rPr lang="en-US" sz="1950" b="1" dirty="0">
                <a:solidFill>
                  <a:schemeClr val="bg1"/>
                </a:solidFill>
              </a:rPr>
              <a:t>WP1</a:t>
            </a:r>
            <a:endParaRPr lang="en-US" sz="1950" dirty="0"/>
          </a:p>
        </p:txBody>
      </p:sp>
      <p:sp>
        <p:nvSpPr>
          <p:cNvPr id="6" name="Text 4"/>
          <p:cNvSpPr txBox="1"/>
          <p:nvPr/>
        </p:nvSpPr>
        <p:spPr>
          <a:xfrm>
            <a:off x="685800" y="2948940"/>
            <a:ext cx="2331720" cy="754380"/>
          </a:xfrm>
          <a:prstGeom prst="rect">
            <a:avLst/>
          </a:prstGeom>
          <a:noFill/>
          <a:ln/>
        </p:spPr>
        <p:txBody>
          <a:bodyPr wrap="square" lIns="0" tIns="0" rIns="0" bIns="0" rtlCol="0" anchor="t"/>
          <a:lstStyle/>
          <a:p>
            <a:pPr algn="ctr"/>
            <a:r>
              <a:rPr lang="en-US" sz="1350" b="1" dirty="0"/>
              <a:t>How much does the viral picture change across the interval?</a:t>
            </a:r>
            <a:endParaRPr lang="en-US" sz="1350" dirty="0"/>
          </a:p>
        </p:txBody>
      </p:sp>
      <p:sp>
        <p:nvSpPr>
          <p:cNvPr id="7" name="Text 5"/>
          <p:cNvSpPr txBox="1"/>
          <p:nvPr/>
        </p:nvSpPr>
        <p:spPr>
          <a:xfrm>
            <a:off x="685800" y="3771900"/>
            <a:ext cx="2331720" cy="342900"/>
          </a:xfrm>
          <a:prstGeom prst="rect">
            <a:avLst/>
          </a:prstGeom>
          <a:noFill/>
          <a:ln/>
        </p:spPr>
        <p:txBody>
          <a:bodyPr wrap="square" lIns="0" tIns="0" rIns="0" bIns="0" rtlCol="0" anchor="t"/>
          <a:lstStyle/>
          <a:p>
            <a:pPr algn="ctr"/>
            <a:r>
              <a:rPr lang="en-US" sz="1125" i="1" dirty="0">
                <a:solidFill>
                  <a:schemeClr val="tx2"/>
                </a:solidFill>
              </a:rPr>
              <a:t>how large is the gap</a:t>
            </a:r>
            <a:endParaRPr lang="en-US" sz="1125" dirty="0"/>
          </a:p>
        </p:txBody>
      </p:sp>
      <p:sp>
        <p:nvSpPr>
          <p:cNvPr id="8" name="roadmap-WP2"/>
          <p:cNvSpPr/>
          <p:nvPr/>
        </p:nvSpPr>
        <p:spPr>
          <a:xfrm>
            <a:off x="4114800" y="1611630"/>
            <a:ext cx="1097280" cy="1097280"/>
          </a:xfrm>
          <a:prstGeom prst="ellipse">
            <a:avLst/>
          </a:prstGeom>
          <a:solidFill>
            <a:schemeClr val="accent2"/>
          </a:solidFill>
          <a:ln w="50800">
            <a:solidFill>
              <a:schemeClr val="bg1"/>
            </a:solidFill>
            <a:prstDash val="solid"/>
          </a:ln>
        </p:spPr>
        <p:txBody>
          <a:bodyPr/>
          <a:lstStyle/>
          <a:p>
            <a:endParaRPr lang="en-US" sz="1350"/>
          </a:p>
        </p:txBody>
      </p:sp>
      <p:sp>
        <p:nvSpPr>
          <p:cNvPr id="9" name="Text 7"/>
          <p:cNvSpPr txBox="1"/>
          <p:nvPr/>
        </p:nvSpPr>
        <p:spPr>
          <a:xfrm>
            <a:off x="4114800" y="1611630"/>
            <a:ext cx="1097280" cy="1097280"/>
          </a:xfrm>
          <a:prstGeom prst="rect">
            <a:avLst/>
          </a:prstGeom>
          <a:noFill/>
          <a:ln/>
        </p:spPr>
        <p:txBody>
          <a:bodyPr wrap="square" lIns="0" tIns="0" rIns="0" bIns="0" rtlCol="0" anchor="ctr"/>
          <a:lstStyle/>
          <a:p>
            <a:pPr algn="ctr"/>
            <a:r>
              <a:rPr lang="en-US" sz="1950" b="1" dirty="0">
                <a:solidFill>
                  <a:schemeClr val="bg1"/>
                </a:solidFill>
              </a:rPr>
              <a:t>WP2</a:t>
            </a:r>
            <a:endParaRPr lang="en-US" sz="1950" dirty="0"/>
          </a:p>
        </p:txBody>
      </p:sp>
      <p:sp>
        <p:nvSpPr>
          <p:cNvPr id="10" name="Text 8"/>
          <p:cNvSpPr txBox="1"/>
          <p:nvPr/>
        </p:nvSpPr>
        <p:spPr>
          <a:xfrm>
            <a:off x="3497580" y="2948940"/>
            <a:ext cx="2331720" cy="754380"/>
          </a:xfrm>
          <a:prstGeom prst="rect">
            <a:avLst/>
          </a:prstGeom>
          <a:noFill/>
          <a:ln/>
        </p:spPr>
        <p:txBody>
          <a:bodyPr wrap="square" lIns="0" tIns="0" rIns="0" bIns="0" rtlCol="0" anchor="t"/>
          <a:lstStyle/>
          <a:p>
            <a:pPr algn="ctr"/>
            <a:r>
              <a:rPr lang="en-US" sz="1350" b="1" dirty="0"/>
              <a:t>How do our aptamers recognise the virus — in buffer and in stool?</a:t>
            </a:r>
            <a:endParaRPr lang="en-US" sz="1350" dirty="0"/>
          </a:p>
        </p:txBody>
      </p:sp>
      <p:sp>
        <p:nvSpPr>
          <p:cNvPr id="11" name="Text 9"/>
          <p:cNvSpPr txBox="1"/>
          <p:nvPr/>
        </p:nvSpPr>
        <p:spPr>
          <a:xfrm>
            <a:off x="3497580" y="3771900"/>
            <a:ext cx="2331720" cy="342900"/>
          </a:xfrm>
          <a:prstGeom prst="rect">
            <a:avLst/>
          </a:prstGeom>
          <a:noFill/>
          <a:ln/>
        </p:spPr>
        <p:txBody>
          <a:bodyPr wrap="square" lIns="0" tIns="0" rIns="0" bIns="0" rtlCol="0" anchor="t"/>
          <a:lstStyle/>
          <a:p>
            <a:pPr algn="ctr"/>
            <a:r>
              <a:rPr lang="en-US" sz="1125" i="1" dirty="0">
                <a:solidFill>
                  <a:schemeClr val="tx2"/>
                </a:solidFill>
              </a:rPr>
              <a:t>the recognition</a:t>
            </a:r>
            <a:endParaRPr lang="en-US" sz="1125" dirty="0"/>
          </a:p>
        </p:txBody>
      </p:sp>
      <p:sp>
        <p:nvSpPr>
          <p:cNvPr id="12" name="roadmap-WP3"/>
          <p:cNvSpPr/>
          <p:nvPr/>
        </p:nvSpPr>
        <p:spPr>
          <a:xfrm>
            <a:off x="6926580" y="1611630"/>
            <a:ext cx="1097280" cy="1097280"/>
          </a:xfrm>
          <a:prstGeom prst="ellipse">
            <a:avLst/>
          </a:prstGeom>
          <a:solidFill>
            <a:schemeClr val="accent4"/>
          </a:solidFill>
          <a:ln w="50800">
            <a:solidFill>
              <a:schemeClr val="bg1"/>
            </a:solidFill>
            <a:prstDash val="solid"/>
          </a:ln>
        </p:spPr>
        <p:txBody>
          <a:bodyPr/>
          <a:lstStyle/>
          <a:p>
            <a:endParaRPr lang="en-US" sz="1350"/>
          </a:p>
        </p:txBody>
      </p:sp>
      <p:sp>
        <p:nvSpPr>
          <p:cNvPr id="13" name="Text 11"/>
          <p:cNvSpPr txBox="1"/>
          <p:nvPr/>
        </p:nvSpPr>
        <p:spPr>
          <a:xfrm>
            <a:off x="6926580" y="1611630"/>
            <a:ext cx="1097280" cy="1097280"/>
          </a:xfrm>
          <a:prstGeom prst="rect">
            <a:avLst/>
          </a:prstGeom>
          <a:noFill/>
          <a:ln/>
        </p:spPr>
        <p:txBody>
          <a:bodyPr wrap="square" lIns="0" tIns="0" rIns="0" bIns="0" rtlCol="0" anchor="ctr"/>
          <a:lstStyle/>
          <a:p>
            <a:pPr algn="ctr"/>
            <a:r>
              <a:rPr lang="en-US" sz="1950" b="1" dirty="0">
                <a:solidFill>
                  <a:schemeClr val="bg1"/>
                </a:solidFill>
              </a:rPr>
              <a:t>WP3</a:t>
            </a:r>
            <a:endParaRPr lang="en-US" sz="1950" dirty="0"/>
          </a:p>
        </p:txBody>
      </p:sp>
      <p:sp>
        <p:nvSpPr>
          <p:cNvPr id="14" name="Text 12"/>
          <p:cNvSpPr txBox="1"/>
          <p:nvPr/>
        </p:nvSpPr>
        <p:spPr>
          <a:xfrm>
            <a:off x="6309360" y="2948940"/>
            <a:ext cx="2331720" cy="754380"/>
          </a:xfrm>
          <a:prstGeom prst="rect">
            <a:avLst/>
          </a:prstGeom>
          <a:noFill/>
          <a:ln/>
        </p:spPr>
        <p:txBody>
          <a:bodyPr wrap="square" lIns="0" tIns="0" rIns="0" bIns="0" rtlCol="0" anchor="t"/>
          <a:lstStyle/>
          <a:p>
            <a:pPr algn="ctr"/>
            <a:r>
              <a:rPr lang="en-US" sz="1350" b="1" dirty="0"/>
              <a:t>Can that recognition become a visible line on a strip?</a:t>
            </a:r>
            <a:endParaRPr lang="en-US" sz="1350" dirty="0"/>
          </a:p>
        </p:txBody>
      </p:sp>
      <p:sp>
        <p:nvSpPr>
          <p:cNvPr id="15" name="Text 13"/>
          <p:cNvSpPr txBox="1"/>
          <p:nvPr/>
        </p:nvSpPr>
        <p:spPr>
          <a:xfrm>
            <a:off x="6309360" y="3771900"/>
            <a:ext cx="2331720" cy="342900"/>
          </a:xfrm>
          <a:prstGeom prst="rect">
            <a:avLst/>
          </a:prstGeom>
          <a:noFill/>
          <a:ln/>
        </p:spPr>
        <p:txBody>
          <a:bodyPr wrap="square" lIns="0" tIns="0" rIns="0" bIns="0" rtlCol="0" anchor="t"/>
          <a:lstStyle/>
          <a:p>
            <a:pPr algn="ctr"/>
            <a:r>
              <a:rPr lang="en-US" sz="1125" i="1" dirty="0">
                <a:solidFill>
                  <a:schemeClr val="tx2"/>
                </a:solidFill>
              </a:rPr>
              <a:t>the test</a:t>
            </a:r>
            <a:endParaRPr lang="en-US" sz="1125" dirty="0"/>
          </a:p>
        </p:txBody>
      </p:sp>
      <p:sp>
        <p:nvSpPr>
          <p:cNvPr id="25" name="Slide Number Placeholder 0"/>
          <p:cNvSpPr>
            <a:spLocks noGrp="1"/>
          </p:cNvSpPr>
          <p:nvPr>
            <p:ph type="sldNum" sz="quarter" idx="4294967295"/>
          </p:nvPr>
        </p:nvSpPr>
        <p:spPr>
          <a:xfrm>
            <a:off x="360000" y="4846320"/>
            <a:ext cx="457200" cy="182880"/>
          </a:xfrm>
          <a:prstGeom prst="rect">
            <a:avLst/>
          </a:prstGeom>
          <a:extLst>
            <a:ext uri="{C572A759-6A51-4108-AA02-DFA0A04FC94B}">
              <ma14:wrappingTextBoxFlag xmlns:ma14="http://schemas.microsoft.com/office/mac/drawingml/2011/main" xmlns="" val="0"/>
            </a:ext>
          </a:extLst>
        </p:spPr>
        <p:txBody>
          <a:bodyPr/>
          <a:lstStyle>
            <a:lvl1pPr>
              <a:defRPr sz="825">
                <a:solidFill>
                  <a:schemeClr val="tx2"/>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9D82A6-17DD-B909-6878-55BDA370C8BC}"/>
              </a:ext>
            </a:extLst>
          </p:cNvPr>
          <p:cNvSpPr>
            <a:spLocks noGrp="1"/>
          </p:cNvSpPr>
          <p:nvPr>
            <p:ph type="title" idx="100"/>
          </p:nvPr>
        </p:nvSpPr>
        <p:spPr>
          <a:xfrm>
            <a:off x="360000" y="276456"/>
            <a:ext cx="8424000" cy="639532"/>
          </a:xfrm>
        </p:spPr>
        <p:txBody>
          <a:bodyPr/>
          <a:lstStyle/>
          <a:p>
            <a:r>
              <a:rPr lang="en-US" dirty="0" b="1"/>
              <a:t>Work package 1: How much does the viral picture change across the interval?</a:t>
            </a:r>
            <a:br>
              <a:rPr lang="en-US" dirty="0"/>
            </a:br>
            <a:endParaRPr lang="en-US" dirty="0"/>
          </a:p>
        </p:txBody>
      </p:sp>
      <p:sp>
        <p:nvSpPr>
          <p:cNvPr id="3" name="Slide Number Placeholder 2">
            <a:extLst>
              <a:ext uri="{FF2B5EF4-FFF2-40B4-BE49-F238E27FC236}">
                <a16:creationId xmlns:a16="http://schemas.microsoft.com/office/drawing/2014/main" id="{EF8DE48B-690E-71B9-6095-A70E0C367E51}"/>
              </a:ext>
            </a:extLst>
          </p:cNvPr>
          <p:cNvSpPr>
            <a:spLocks noGrp="1"/>
          </p:cNvSpPr>
          <p:nvPr>
            <p:ph type="sldNum" sz="quarter" idx="4294967295"/>
          </p:nvPr>
        </p:nvSpPr>
        <p:spPr>
          <a:xfrm>
            <a:off x="360000" y="4846320"/>
            <a:ext cx="457200" cy="182880"/>
          </a:xfrm>
        </p:spPr>
        <p:txBody>
          <a:bodyPr/>
          <a:lstStyle/>
          <a:p>
            <a:pPr algn="l"/>
            <a:fld id="{F7021451-1387-4CA6-816F-3879F97B5CBC}" type="slidenum">
              <a:rPr lang="en-US" b="0" smtClean="0"/>
              <a:t>5</a:t>
            </a:fld>
            <a:endParaRPr lang="en-US"/>
          </a:p>
        </p:txBody>
      </p:sp>
      <p:pic>
        <p:nvPicPr>
          <p:cNvPr id="7" name="Picture 6">
            <a:extLst>
              <a:ext uri="{FF2B5EF4-FFF2-40B4-BE49-F238E27FC236}">
                <a16:creationId xmlns:a16="http://schemas.microsoft.com/office/drawing/2014/main" id="{EF6EDD99-3628-DB0C-0B54-6106380A6A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620" y="1254362"/>
            <a:ext cx="8254741" cy="2634775"/>
          </a:xfrm>
          <a:prstGeom prst="rect">
            <a:avLst/>
          </a:prstGeom>
        </p:spPr>
      </p:pic>
    </p:spTree>
    <p:extLst>
      <p:ext uri="{BB962C8B-B14F-4D97-AF65-F5344CB8AC3E}">
        <p14:creationId xmlns:p14="http://schemas.microsoft.com/office/powerpoint/2010/main" val="531566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F0096B-A681-DD0B-9EE8-ECF2011E58EC}"/>
              </a:ext>
            </a:extLst>
          </p:cNvPr>
          <p:cNvSpPr>
            <a:spLocks noGrp="1"/>
          </p:cNvSpPr>
          <p:nvPr>
            <p:ph type="title"/>
          </p:nvPr>
        </p:nvSpPr>
        <p:spPr>
          <a:xfrm>
            <a:off x="360000" y="276456"/>
            <a:ext cx="8424000" cy="639532"/>
          </a:xfrm>
        </p:spPr>
        <p:txBody>
          <a:bodyPr/>
          <a:lstStyle/>
          <a:p>
            <a:r>
              <a:rPr lang="en-US" b="1" dirty="0"/>
              <a:t>How do our aptamers </a:t>
            </a:r>
            <a:r>
              <a:rPr lang="en-US" b="1" dirty="0" err="1"/>
              <a:t>recognise</a:t>
            </a:r>
            <a:r>
              <a:rPr lang="en-US" b="1" dirty="0"/>
              <a:t> the virus — in buffer and in stool?</a:t>
            </a:r>
            <a:br>
              <a:rPr lang="en-US" dirty="0"/>
            </a:br>
            <a:endParaRPr lang="en-US" dirty="0"/>
          </a:p>
        </p:txBody>
      </p:sp>
      <p:pic>
        <p:nvPicPr>
          <p:cNvPr id="10" name="Content Placeholder 9">
            <a:extLst>
              <a:ext uri="{FF2B5EF4-FFF2-40B4-BE49-F238E27FC236}">
                <a16:creationId xmlns:a16="http://schemas.microsoft.com/office/drawing/2014/main" id="{BF22DF26-6B71-0D09-6026-C2B60E9AC8A8}"/>
              </a:ext>
            </a:extLst>
          </p:cNvPr>
          <p:cNvPicPr>
            <a:picLocks noGrp="1" noChangeAspect="1"/>
          </p:cNvPicPr>
          <p:nvPr>
            <p:ph sz="quarter" idx="15"/>
          </p:nvPr>
        </p:nvPicPr>
        <p:blipFill>
          <a:blip r:embed="rId2" cstate="print">
            <a:extLst>
              <a:ext uri="{28A0092B-C50C-407E-A947-70E740481C1C}">
                <a14:useLocalDpi xmlns:a14="http://schemas.microsoft.com/office/drawing/2010/main" val="0"/>
              </a:ext>
            </a:extLst>
          </a:blip>
          <a:stretch>
            <a:fillRect/>
          </a:stretch>
        </p:blipFill>
        <p:spPr>
          <a:xfrm>
            <a:off x="233863" y="1361287"/>
            <a:ext cx="8598677" cy="2866225"/>
          </a:xfrm>
          <a:prstGeom prst="rect">
            <a:avLst/>
          </a:prstGeom>
        </p:spPr>
      </p:pic>
      <p:sp>
        <p:nvSpPr>
          <p:cNvPr id="7" name="Footer Placeholder 6">
            <a:extLst>
              <a:ext uri="{FF2B5EF4-FFF2-40B4-BE49-F238E27FC236}">
                <a16:creationId xmlns:a16="http://schemas.microsoft.com/office/drawing/2014/main" id="{D0293998-4826-B67E-85BF-B7AAD91E0D18}"/>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A93DABDB-1FBB-3E97-82B4-E77E453E4601}"/>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6</a:t>
            </a:fld>
            <a:endParaRPr lang="en-GB" dirty="0"/>
          </a:p>
        </p:txBody>
      </p:sp>
    </p:spTree>
    <p:extLst>
      <p:ext uri="{BB962C8B-B14F-4D97-AF65-F5344CB8AC3E}">
        <p14:creationId xmlns:p14="http://schemas.microsoft.com/office/powerpoint/2010/main" val="7329107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360000" y="1024128"/>
            <a:ext cx="8424000" cy="292608"/>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0" i="1" u="none" strike="noStrike" kern="1200" cap="none" spc="0" normalizeH="0" baseline="0" noProof="0" dirty="0">
                <a:ln>
                  <a:noFill/>
                </a:ln>
                <a:solidFill>
                  <a:srgbClr val="4A5F5D"/>
                </a:solidFill>
                <a:effectLst/>
                <a:uLnTx/>
                <a:uFillTx/>
                <a:latin typeface="Calibri" pitchFamily="34" charset="0"/>
                <a:ea typeface="Calibri" pitchFamily="34" charset="-122"/>
                <a:cs typeface="Calibri" pitchFamily="34" charset="-120"/>
              </a:rPr>
              <a:t>How the candidate aptamers were generated — my panel deliberately spans all four</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02920" y="1463040"/>
            <a:ext cx="4023360" cy="1481328"/>
          </a:xfrm>
          <a:prstGeom prst="roundRect">
            <a:avLst>
              <a:gd name="adj" fmla="val 5556"/>
            </a:avLst>
          </a:prstGeom>
          <a:solidFill>
            <a:srgbClr val="FFFFFF"/>
          </a:solidFill>
          <a:ln w="12700">
            <a:solidFill>
              <a:srgbClr val="D7ECEA"/>
            </a:solidFill>
            <a:prstDash val="solid"/>
          </a:ln>
          <a:effectLst>
            <a:outerShdw blurRad="50800" dist="12700" dir="5400000" algn="bl" rotWithShape="0">
              <a:srgbClr val="0E4F4C">
                <a:alpha val="11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Text 4"/>
          <p:cNvSpPr/>
          <p:nvPr/>
        </p:nvSpPr>
        <p:spPr>
          <a:xfrm>
            <a:off x="3959352" y="1536192"/>
            <a:ext cx="457200" cy="45720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D7ECEA"/>
                </a:solidFill>
                <a:effectLst/>
                <a:uLnTx/>
                <a:uFillTx/>
                <a:latin typeface="Cambria" pitchFamily="34" charset="0"/>
                <a:ea typeface="Cambria" pitchFamily="34" charset="-122"/>
                <a:cs typeface="Cambria" pitchFamily="34" charset="-120"/>
              </a:rPr>
              <a:t>1</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685800" y="1645920"/>
            <a:ext cx="475488" cy="475488"/>
          </a:xfrm>
          <a:prstGeom prst="ellipse">
            <a:avLst/>
          </a:prstGeom>
          <a:solidFill>
            <a:schemeClr val="accent2"/>
          </a:solidFill>
          <a:ln/>
          <a:effectLst>
            <a:outerShdw blurRad="63500" dist="25400" dir="5400000" algn="bl" rotWithShape="0">
              <a:srgbClr val="0E4F4C">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Image 1" descr="icons/w_puzzle.png"/>
          <p:cNvPicPr>
            <a:picLocks noChangeAspect="1"/>
          </p:cNvPicPr>
          <p:nvPr/>
        </p:nvPicPr>
        <p:blipFill>
          <a:blip r:embed="rId4"/>
          <a:stretch>
            <a:fillRect/>
          </a:stretch>
        </p:blipFill>
        <p:spPr>
          <a:xfrm>
            <a:off x="804672" y="1764792"/>
            <a:ext cx="237744" cy="237744"/>
          </a:xfrm>
          <a:prstGeom prst="rect">
            <a:avLst/>
          </a:prstGeom>
        </p:spPr>
      </p:pic>
      <p:sp>
        <p:nvSpPr>
          <p:cNvPr id="10" name="Text 6"/>
          <p:cNvSpPr/>
          <p:nvPr/>
        </p:nvSpPr>
        <p:spPr>
          <a:xfrm>
            <a:off x="1280160" y="1627632"/>
            <a:ext cx="2743200" cy="502920"/>
          </a:xfrm>
          <a:prstGeom prst="rect">
            <a:avLst/>
          </a:prstGeom>
          <a:noFill/>
          <a:ln/>
        </p:spPr>
        <p:txBody>
          <a:bodyPr wrap="square" lIns="0" tIns="0" rIns="0" bIns="0" rtlCol="0" anchor="ctr"/>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550" b="1" i="0" u="none" strike="noStrike" kern="1200" cap="none" spc="0" normalizeH="0" baseline="0" noProof="0" dirty="0">
                <a:ln>
                  <a:noFill/>
                </a:ln>
                <a:solidFill>
                  <a:srgbClr val="0E4F4C"/>
                </a:solidFill>
                <a:effectLst/>
                <a:uLnTx/>
                <a:uFillTx/>
                <a:latin typeface="Cambria" pitchFamily="34" charset="0"/>
                <a:ea typeface="Cambria" pitchFamily="34" charset="-122"/>
                <a:cs typeface="Cambria" pitchFamily="34" charset="-120"/>
              </a:rPr>
              <a:t>Recombinant P-domain</a:t>
            </a:r>
            <a:endParaRPr kumimoji="0" lang="en-US" sz="15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7"/>
          <p:cNvSpPr/>
          <p:nvPr/>
        </p:nvSpPr>
        <p:spPr>
          <a:xfrm>
            <a:off x="704088" y="2176272"/>
            <a:ext cx="3621024" cy="502920"/>
          </a:xfrm>
          <a:prstGeom prst="rect">
            <a:avLst/>
          </a:prstGeom>
          <a:noFill/>
          <a:ln/>
        </p:spPr>
        <p:txBody>
          <a:bodyPr wrap="square" lIns="0" tIns="0" rIns="0" bIns="0" rtlCol="0" anchor="ctr"/>
          <a:lstStyle/>
          <a:p>
            <a:pPr marL="0" marR="0" lvl="0" indent="0" algn="l" defTabSz="914400" rtl="0" eaLnBrk="1" fontAlgn="auto" latinLnBrk="0" hangingPunct="1">
              <a:lnSpc>
                <a:spcPct val="102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4A5F5D"/>
                </a:solidFill>
                <a:effectLst/>
                <a:uLnTx/>
                <a:uFillTx/>
                <a:latin typeface="Calibri" pitchFamily="34" charset="0"/>
                <a:ea typeface="Calibri" pitchFamily="34" charset="-122"/>
                <a:cs typeface="Calibri" pitchFamily="34" charset="-120"/>
              </a:rPr>
              <a:t>The most antigenically variable part of the capsid — easy to express &amp; purify as a target</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8"/>
          <p:cNvSpPr/>
          <p:nvPr/>
        </p:nvSpPr>
        <p:spPr>
          <a:xfrm>
            <a:off x="704088" y="2615184"/>
            <a:ext cx="398678" cy="237744"/>
          </a:xfrm>
          <a:prstGeom prst="roundRect">
            <a:avLst>
              <a:gd name="adj" fmla="val 19231"/>
            </a:avLst>
          </a:prstGeom>
          <a:solidFill>
            <a:schemeClr val="accent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3" name="Text 9"/>
          <p:cNvSpPr/>
          <p:nvPr/>
        </p:nvSpPr>
        <p:spPr>
          <a:xfrm>
            <a:off x="704088" y="2615184"/>
            <a:ext cx="39867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M1</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Shape 10"/>
          <p:cNvSpPr/>
          <p:nvPr/>
        </p:nvSpPr>
        <p:spPr>
          <a:xfrm>
            <a:off x="1212494" y="2615184"/>
            <a:ext cx="541325" cy="237744"/>
          </a:xfrm>
          <a:prstGeom prst="roundRect">
            <a:avLst>
              <a:gd name="adj" fmla="val 19231"/>
            </a:avLst>
          </a:prstGeom>
          <a:solidFill>
            <a:srgbClr val="FFFF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1"/>
          <p:cNvSpPr/>
          <p:nvPr/>
        </p:nvSpPr>
        <p:spPr>
          <a:xfrm>
            <a:off x="1212494" y="2615184"/>
            <a:ext cx="541325"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effectLst/>
                <a:uLnTx/>
                <a:uFillTx/>
                <a:latin typeface="Calibri" pitchFamily="34" charset="0"/>
                <a:ea typeface="Calibri" pitchFamily="34" charset="-122"/>
                <a:cs typeface="Calibri" pitchFamily="34" charset="-120"/>
              </a:rPr>
              <a:t>M6-2</a:t>
            </a:r>
            <a:endParaRPr kumimoji="0" lang="en-US" sz="950" b="0" i="0" u="none" strike="noStrike" kern="1200" cap="none" spc="0" normalizeH="0" baseline="0" noProof="0" dirty="0">
              <a:ln>
                <a:noFill/>
              </a:ln>
              <a:effectLst/>
              <a:uLnTx/>
              <a:uFillTx/>
              <a:latin typeface="Calibri" panose="020F0502020204030204"/>
              <a:ea typeface="+mn-ea"/>
              <a:cs typeface="+mn-cs"/>
            </a:endParaRPr>
          </a:p>
        </p:txBody>
      </p:sp>
      <p:sp>
        <p:nvSpPr>
          <p:cNvPr id="16" name="Shape 12"/>
          <p:cNvSpPr/>
          <p:nvPr/>
        </p:nvSpPr>
        <p:spPr>
          <a:xfrm>
            <a:off x="1863547" y="2615184"/>
            <a:ext cx="612648" cy="237744"/>
          </a:xfrm>
          <a:prstGeom prst="roundRect">
            <a:avLst>
              <a:gd name="adj" fmla="val 19231"/>
            </a:avLst>
          </a:prstGeom>
          <a:solidFill>
            <a:srgbClr val="FFFF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Text 13"/>
          <p:cNvSpPr/>
          <p:nvPr/>
        </p:nvSpPr>
        <p:spPr>
          <a:xfrm>
            <a:off x="1863547" y="2615184"/>
            <a:ext cx="61264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effectLst/>
                <a:uLnTx/>
                <a:uFillTx/>
                <a:latin typeface="Calibri" pitchFamily="34" charset="0"/>
                <a:ea typeface="Calibri" pitchFamily="34" charset="-122"/>
                <a:cs typeface="Calibri" pitchFamily="34" charset="-120"/>
              </a:rPr>
              <a:t>Buf-2</a:t>
            </a:r>
            <a:endParaRPr kumimoji="0" lang="en-US" sz="950" b="0" i="0" u="none" strike="noStrike" kern="1200" cap="none" spc="0" normalizeH="0" baseline="0" noProof="0" dirty="0">
              <a:ln>
                <a:noFill/>
              </a:ln>
              <a:effectLst/>
              <a:uLnTx/>
              <a:uFillTx/>
              <a:latin typeface="Calibri" panose="020F0502020204030204"/>
              <a:ea typeface="+mn-ea"/>
              <a:cs typeface="+mn-cs"/>
            </a:endParaRPr>
          </a:p>
        </p:txBody>
      </p:sp>
      <p:sp>
        <p:nvSpPr>
          <p:cNvPr id="18" name="Shape 14"/>
          <p:cNvSpPr/>
          <p:nvPr/>
        </p:nvSpPr>
        <p:spPr>
          <a:xfrm>
            <a:off x="4709160" y="1463040"/>
            <a:ext cx="4023360" cy="1481328"/>
          </a:xfrm>
          <a:prstGeom prst="roundRect">
            <a:avLst>
              <a:gd name="adj" fmla="val 5556"/>
            </a:avLst>
          </a:prstGeom>
          <a:solidFill>
            <a:srgbClr val="FFFFFF"/>
          </a:solidFill>
          <a:ln w="12700">
            <a:solidFill>
              <a:srgbClr val="D7ECEA"/>
            </a:solidFill>
            <a:prstDash val="solid"/>
          </a:ln>
          <a:effectLst>
            <a:outerShdw blurRad="50800" dist="12700" dir="5400000" algn="bl" rotWithShape="0">
              <a:srgbClr val="0E4F4C">
                <a:alpha val="11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5"/>
          <p:cNvSpPr/>
          <p:nvPr/>
        </p:nvSpPr>
        <p:spPr>
          <a:xfrm>
            <a:off x="8165592" y="1536192"/>
            <a:ext cx="457200" cy="45720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D7ECEA"/>
                </a:solidFill>
                <a:effectLst/>
                <a:uLnTx/>
                <a:uFillTx/>
                <a:latin typeface="Cambria" pitchFamily="34" charset="0"/>
                <a:ea typeface="Cambria" pitchFamily="34" charset="-122"/>
                <a:cs typeface="Cambria" pitchFamily="34" charset="-120"/>
              </a:rPr>
              <a:t>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6"/>
          <p:cNvSpPr/>
          <p:nvPr/>
        </p:nvSpPr>
        <p:spPr>
          <a:xfrm>
            <a:off x="4892040" y="1645920"/>
            <a:ext cx="475488" cy="475488"/>
          </a:xfrm>
          <a:prstGeom prst="ellipse">
            <a:avLst/>
          </a:prstGeom>
          <a:solidFill>
            <a:schemeClr val="accent2"/>
          </a:solidFill>
          <a:ln/>
          <a:effectLst>
            <a:outerShdw blurRad="63500" dist="25400" dir="5400000" algn="bl" rotWithShape="0">
              <a:srgbClr val="0E4F4C">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1" name="Image 2" descr="icons/w_virus.png"/>
          <p:cNvPicPr>
            <a:picLocks noChangeAspect="1"/>
          </p:cNvPicPr>
          <p:nvPr/>
        </p:nvPicPr>
        <p:blipFill>
          <a:blip r:embed="rId5"/>
          <a:stretch>
            <a:fillRect/>
          </a:stretch>
        </p:blipFill>
        <p:spPr>
          <a:xfrm>
            <a:off x="5010912" y="1764792"/>
            <a:ext cx="237744" cy="237744"/>
          </a:xfrm>
          <a:prstGeom prst="rect">
            <a:avLst/>
          </a:prstGeom>
        </p:spPr>
      </p:pic>
      <p:sp>
        <p:nvSpPr>
          <p:cNvPr id="22" name="Text 17"/>
          <p:cNvSpPr/>
          <p:nvPr/>
        </p:nvSpPr>
        <p:spPr>
          <a:xfrm>
            <a:off x="5486400" y="1627632"/>
            <a:ext cx="2743200" cy="502920"/>
          </a:xfrm>
          <a:prstGeom prst="rect">
            <a:avLst/>
          </a:prstGeom>
          <a:noFill/>
          <a:ln/>
        </p:spPr>
        <p:txBody>
          <a:bodyPr wrap="square" lIns="0" tIns="0" rIns="0" bIns="0" rtlCol="0" anchor="ctr"/>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550" b="1" i="0" u="none" strike="noStrike" kern="1200" cap="none" spc="0" normalizeH="0" baseline="0" noProof="0" dirty="0">
                <a:ln>
                  <a:noFill/>
                </a:ln>
                <a:solidFill>
                  <a:srgbClr val="0E4F4C"/>
                </a:solidFill>
                <a:effectLst/>
                <a:uLnTx/>
                <a:uFillTx/>
                <a:latin typeface="Cambria" pitchFamily="34" charset="0"/>
                <a:ea typeface="Cambria" pitchFamily="34" charset="-122"/>
                <a:cs typeface="Cambria" pitchFamily="34" charset="-120"/>
              </a:rPr>
              <a:t>Whole VP1 capsid protein</a:t>
            </a:r>
            <a:endParaRPr kumimoji="0" lang="en-US" sz="15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Text 18"/>
          <p:cNvSpPr/>
          <p:nvPr/>
        </p:nvSpPr>
        <p:spPr>
          <a:xfrm>
            <a:off x="4910328" y="2176272"/>
            <a:ext cx="3621024" cy="502920"/>
          </a:xfrm>
          <a:prstGeom prst="rect">
            <a:avLst/>
          </a:prstGeom>
          <a:noFill/>
          <a:ln/>
        </p:spPr>
        <p:txBody>
          <a:bodyPr wrap="square" lIns="0" tIns="0" rIns="0" bIns="0" rtlCol="0" anchor="ctr"/>
          <a:lstStyle/>
          <a:p>
            <a:pPr marL="0" marR="0" lvl="0" indent="0" algn="l" defTabSz="914400" rtl="0" eaLnBrk="1" fontAlgn="auto" latinLnBrk="0" hangingPunct="1">
              <a:lnSpc>
                <a:spcPct val="102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4A5F5D"/>
                </a:solidFill>
                <a:effectLst/>
                <a:uLnTx/>
                <a:uFillTx/>
                <a:latin typeface="Calibri" pitchFamily="34" charset="0"/>
                <a:ea typeface="Calibri" pitchFamily="34" charset="-122"/>
                <a:cs typeface="Calibri" pitchFamily="34" charset="-120"/>
              </a:rPr>
              <a:t>His-tagged full capsid — the aptamer sees the entire fold, including the conserved S-domain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Shape 19"/>
          <p:cNvSpPr/>
          <p:nvPr/>
        </p:nvSpPr>
        <p:spPr>
          <a:xfrm>
            <a:off x="4910328" y="2615184"/>
            <a:ext cx="612648" cy="237744"/>
          </a:xfrm>
          <a:prstGeom prst="roundRect">
            <a:avLst>
              <a:gd name="adj" fmla="val 19231"/>
            </a:avLst>
          </a:prstGeom>
          <a:solidFill>
            <a:srgbClr val="FFFF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5" name="Text 20"/>
          <p:cNvSpPr/>
          <p:nvPr/>
        </p:nvSpPr>
        <p:spPr>
          <a:xfrm>
            <a:off x="4910328" y="2615184"/>
            <a:ext cx="61264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effectLst/>
                <a:uLnTx/>
                <a:uFillTx/>
                <a:latin typeface="Calibri" pitchFamily="34" charset="0"/>
                <a:ea typeface="Calibri" pitchFamily="34" charset="-122"/>
                <a:cs typeface="Calibri" pitchFamily="34" charset="-120"/>
              </a:rPr>
              <a:t>Beier</a:t>
            </a:r>
            <a:endParaRPr kumimoji="0" lang="en-US" sz="950" b="0" i="0" u="none" strike="noStrike" kern="1200" cap="none" spc="0" normalizeH="0" baseline="0" noProof="0" dirty="0">
              <a:ln>
                <a:noFill/>
              </a:ln>
              <a:effectLst/>
              <a:uLnTx/>
              <a:uFillTx/>
              <a:latin typeface="Calibri" panose="020F0502020204030204"/>
              <a:ea typeface="+mn-ea"/>
              <a:cs typeface="+mn-cs"/>
            </a:endParaRPr>
          </a:p>
        </p:txBody>
      </p:sp>
      <p:sp>
        <p:nvSpPr>
          <p:cNvPr id="26" name="Shape 21"/>
          <p:cNvSpPr/>
          <p:nvPr/>
        </p:nvSpPr>
        <p:spPr>
          <a:xfrm>
            <a:off x="502920" y="3035808"/>
            <a:ext cx="4023360" cy="1481328"/>
          </a:xfrm>
          <a:prstGeom prst="roundRect">
            <a:avLst>
              <a:gd name="adj" fmla="val 5556"/>
            </a:avLst>
          </a:prstGeom>
          <a:solidFill>
            <a:schemeClr val="accent3">
              <a:lumMod val="20000"/>
              <a:lumOff val="80000"/>
            </a:schemeClr>
          </a:solidFill>
          <a:ln w="19050">
            <a:solidFill>
              <a:srgbClr val="FF8A6B"/>
            </a:solidFill>
            <a:prstDash val="solid"/>
          </a:ln>
          <a:effectLst>
            <a:outerShdw blurRad="50800" dist="12700" dir="5400000" algn="bl" rotWithShape="0">
              <a:srgbClr val="0E4F4C">
                <a:alpha val="11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2"/>
          <p:cNvSpPr/>
          <p:nvPr/>
        </p:nvSpPr>
        <p:spPr>
          <a:xfrm>
            <a:off x="3959352" y="3108960"/>
            <a:ext cx="457200" cy="457200"/>
          </a:xfrm>
          <a:prstGeom prst="rect">
            <a:avLst/>
          </a:prstGeom>
          <a:solidFill>
            <a:schemeClr val="accent3">
              <a:lumMod val="20000"/>
              <a:lumOff val="80000"/>
            </a:schemeClr>
          </a:solid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F8A6B"/>
                </a:solidFill>
                <a:effectLst/>
                <a:uLnTx/>
                <a:uFillTx/>
                <a:latin typeface="Cambria" pitchFamily="34" charset="0"/>
                <a:ea typeface="Cambria" pitchFamily="34" charset="-122"/>
                <a:cs typeface="Cambria" pitchFamily="34" charset="-120"/>
              </a:rPr>
              <a:t>3</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3"/>
          <p:cNvSpPr/>
          <p:nvPr/>
        </p:nvSpPr>
        <p:spPr>
          <a:xfrm>
            <a:off x="685800" y="3218688"/>
            <a:ext cx="475488" cy="475488"/>
          </a:xfrm>
          <a:prstGeom prst="ellipse">
            <a:avLst/>
          </a:prstGeom>
          <a:solidFill>
            <a:srgbClr val="E85A3C"/>
          </a:solidFill>
          <a:ln/>
          <a:effectLst>
            <a:outerShdw blurRad="63500" dist="25400" dir="5400000" algn="bl" rotWithShape="0">
              <a:srgbClr val="0E4F4C">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9" name="Image 3" descr="icons/w_vials.png"/>
          <p:cNvPicPr>
            <a:picLocks noChangeAspect="1"/>
          </p:cNvPicPr>
          <p:nvPr/>
        </p:nvPicPr>
        <p:blipFill>
          <a:blip r:embed="rId6"/>
          <a:stretch>
            <a:fillRect/>
          </a:stretch>
        </p:blipFill>
        <p:spPr>
          <a:xfrm>
            <a:off x="804672" y="3337560"/>
            <a:ext cx="237744" cy="237744"/>
          </a:xfrm>
          <a:prstGeom prst="rect">
            <a:avLst/>
          </a:prstGeom>
        </p:spPr>
      </p:pic>
      <p:sp>
        <p:nvSpPr>
          <p:cNvPr id="30" name="Text 24"/>
          <p:cNvSpPr/>
          <p:nvPr/>
        </p:nvSpPr>
        <p:spPr>
          <a:xfrm>
            <a:off x="1280160" y="3200400"/>
            <a:ext cx="2743200" cy="502920"/>
          </a:xfrm>
          <a:prstGeom prst="rect">
            <a:avLst/>
          </a:prstGeom>
          <a:noFill/>
          <a:ln/>
        </p:spPr>
        <p:txBody>
          <a:bodyPr wrap="square" lIns="0" tIns="0" rIns="0" bIns="0" rtlCol="0" anchor="ctr"/>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550" b="1" i="0" u="none" strike="noStrike" kern="1200" cap="none" spc="0" normalizeH="0" baseline="0" noProof="0" dirty="0">
                <a:ln>
                  <a:noFill/>
                </a:ln>
                <a:solidFill>
                  <a:srgbClr val="0E4F4C"/>
                </a:solidFill>
                <a:effectLst/>
                <a:uLnTx/>
                <a:uFillTx/>
                <a:latin typeface="Cambria" pitchFamily="34" charset="0"/>
                <a:ea typeface="Cambria" pitchFamily="34" charset="-122"/>
                <a:cs typeface="Cambria" pitchFamily="34" charset="-120"/>
              </a:rPr>
              <a:t>Whole virus from stool</a:t>
            </a:r>
            <a:endParaRPr kumimoji="0" lang="en-US" sz="15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Text 25"/>
          <p:cNvSpPr/>
          <p:nvPr/>
        </p:nvSpPr>
        <p:spPr>
          <a:xfrm>
            <a:off x="704088" y="3749040"/>
            <a:ext cx="3621024" cy="502920"/>
          </a:xfrm>
          <a:prstGeom prst="rect">
            <a:avLst/>
          </a:prstGeom>
          <a:noFill/>
          <a:ln/>
        </p:spPr>
        <p:txBody>
          <a:bodyPr wrap="square" lIns="0" tIns="0" rIns="0" bIns="0" rtlCol="0" anchor="ctr"/>
          <a:lstStyle/>
          <a:p>
            <a:pPr marL="0" marR="0" lvl="0" indent="0" algn="l" defTabSz="914400" rtl="0" eaLnBrk="1" fontAlgn="auto" latinLnBrk="0" hangingPunct="1">
              <a:lnSpc>
                <a:spcPct val="102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4A5F5D"/>
                </a:solidFill>
                <a:effectLst/>
                <a:uLnTx/>
                <a:uFillTx/>
                <a:latin typeface="Calibri" pitchFamily="34" charset="0"/>
                <a:ea typeface="Calibri" pitchFamily="34" charset="-122"/>
                <a:cs typeface="Calibri" pitchFamily="34" charset="-120"/>
              </a:rPr>
              <a:t>Selected on real stool particles — the most clinically realistic context in the literature, no recombinant stand-in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Shape 26"/>
          <p:cNvSpPr/>
          <p:nvPr/>
        </p:nvSpPr>
        <p:spPr>
          <a:xfrm>
            <a:off x="704088" y="4187952"/>
            <a:ext cx="969264" cy="237744"/>
          </a:xfrm>
          <a:prstGeom prst="roundRect">
            <a:avLst>
              <a:gd name="adj" fmla="val 19231"/>
            </a:avLst>
          </a:prstGeom>
          <a:solidFill>
            <a:srgbClr val="E85A3C"/>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Text 27"/>
          <p:cNvSpPr/>
          <p:nvPr/>
        </p:nvSpPr>
        <p:spPr>
          <a:xfrm>
            <a:off x="704088" y="4187952"/>
            <a:ext cx="969264"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SMV-series</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28"/>
          <p:cNvSpPr/>
          <p:nvPr/>
        </p:nvSpPr>
        <p:spPr>
          <a:xfrm>
            <a:off x="1783080" y="4187952"/>
            <a:ext cx="612648" cy="237744"/>
          </a:xfrm>
          <a:prstGeom prst="roundRect">
            <a:avLst>
              <a:gd name="adj" fmla="val 19231"/>
            </a:avLst>
          </a:prstGeom>
          <a:solidFill>
            <a:srgbClr val="FFFF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29"/>
          <p:cNvSpPr/>
          <p:nvPr/>
        </p:nvSpPr>
        <p:spPr>
          <a:xfrm>
            <a:off x="1783080" y="4187952"/>
            <a:ext cx="61264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effectLst/>
                <a:uLnTx/>
                <a:uFillTx/>
                <a:latin typeface="Calibri" pitchFamily="34" charset="0"/>
                <a:ea typeface="Calibri" pitchFamily="34" charset="-122"/>
                <a:cs typeface="Calibri" pitchFamily="34" charset="-120"/>
              </a:rPr>
              <a:t>SMV25</a:t>
            </a:r>
            <a:endParaRPr kumimoji="0" lang="en-US" sz="950" b="0" i="0" u="none" strike="noStrike" kern="1200" cap="none" spc="0" normalizeH="0" baseline="0" noProof="0" dirty="0">
              <a:ln>
                <a:noFill/>
              </a:ln>
              <a:effectLst/>
              <a:uLnTx/>
              <a:uFillTx/>
              <a:latin typeface="Calibri" panose="020F0502020204030204"/>
              <a:ea typeface="+mn-ea"/>
              <a:cs typeface="+mn-cs"/>
            </a:endParaRPr>
          </a:p>
        </p:txBody>
      </p:sp>
      <p:sp>
        <p:nvSpPr>
          <p:cNvPr id="36" name="Shape 30"/>
          <p:cNvSpPr/>
          <p:nvPr/>
        </p:nvSpPr>
        <p:spPr>
          <a:xfrm>
            <a:off x="4709160" y="3035808"/>
            <a:ext cx="4023360" cy="1481328"/>
          </a:xfrm>
          <a:prstGeom prst="roundRect">
            <a:avLst>
              <a:gd name="adj" fmla="val 5556"/>
            </a:avLst>
          </a:prstGeom>
          <a:solidFill>
            <a:srgbClr val="FFFFFF"/>
          </a:solidFill>
          <a:ln w="12700">
            <a:solidFill>
              <a:srgbClr val="D7ECEA"/>
            </a:solidFill>
            <a:prstDash val="solid"/>
          </a:ln>
          <a:effectLst>
            <a:outerShdw blurRad="50800" dist="12700" dir="5400000" algn="bl" rotWithShape="0">
              <a:srgbClr val="0E4F4C">
                <a:alpha val="11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7" name="Text 31"/>
          <p:cNvSpPr/>
          <p:nvPr/>
        </p:nvSpPr>
        <p:spPr>
          <a:xfrm>
            <a:off x="8165592" y="3108960"/>
            <a:ext cx="457200" cy="45720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D7ECEA"/>
                </a:solidFill>
                <a:effectLst/>
                <a:uLnTx/>
                <a:uFillTx/>
                <a:latin typeface="Cambria" pitchFamily="34" charset="0"/>
                <a:ea typeface="Cambria" pitchFamily="34" charset="-122"/>
                <a:cs typeface="Cambria" pitchFamily="34" charset="-120"/>
              </a:rPr>
              <a:t>4</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Shape 32"/>
          <p:cNvSpPr/>
          <p:nvPr/>
        </p:nvSpPr>
        <p:spPr>
          <a:xfrm>
            <a:off x="4892040" y="3218688"/>
            <a:ext cx="475488" cy="475488"/>
          </a:xfrm>
          <a:prstGeom prst="ellipse">
            <a:avLst/>
          </a:prstGeom>
          <a:solidFill>
            <a:schemeClr val="accent2"/>
          </a:solidFill>
          <a:ln/>
          <a:effectLst>
            <a:outerShdw blurRad="63500" dist="25400" dir="5400000" algn="bl" rotWithShape="0">
              <a:srgbClr val="0E4F4C">
                <a:alpha val="2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9" name="Image 4" descr="icons/w_branch.png"/>
          <p:cNvPicPr>
            <a:picLocks noChangeAspect="1"/>
          </p:cNvPicPr>
          <p:nvPr/>
        </p:nvPicPr>
        <p:blipFill>
          <a:blip r:embed="rId7"/>
          <a:stretch>
            <a:fillRect/>
          </a:stretch>
        </p:blipFill>
        <p:spPr>
          <a:xfrm>
            <a:off x="5010912" y="3337560"/>
            <a:ext cx="237744" cy="237744"/>
          </a:xfrm>
          <a:prstGeom prst="rect">
            <a:avLst/>
          </a:prstGeom>
        </p:spPr>
      </p:pic>
      <p:sp>
        <p:nvSpPr>
          <p:cNvPr id="40" name="Text 33"/>
          <p:cNvSpPr/>
          <p:nvPr/>
        </p:nvSpPr>
        <p:spPr>
          <a:xfrm>
            <a:off x="5486400" y="3200400"/>
            <a:ext cx="2743200" cy="502920"/>
          </a:xfrm>
          <a:prstGeom prst="rect">
            <a:avLst/>
          </a:prstGeom>
          <a:noFill/>
          <a:ln/>
        </p:spPr>
        <p:txBody>
          <a:bodyPr wrap="square" lIns="0" tIns="0" rIns="0" bIns="0" rtlCol="0" anchor="ctr"/>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550" b="1" i="0" u="none" strike="noStrike" kern="1200" cap="none" spc="0" normalizeH="0" baseline="0" noProof="0" dirty="0">
                <a:ln>
                  <a:noFill/>
                </a:ln>
                <a:solidFill>
                  <a:srgbClr val="0E4F4C"/>
                </a:solidFill>
                <a:effectLst/>
                <a:uLnTx/>
                <a:uFillTx/>
                <a:latin typeface="Cambria" pitchFamily="34" charset="0"/>
                <a:ea typeface="Cambria" pitchFamily="34" charset="-122"/>
                <a:cs typeface="Cambria" pitchFamily="34" charset="-120"/>
              </a:rPr>
              <a:t>Parallel SELEX + redesign</a:t>
            </a:r>
            <a:endParaRPr kumimoji="0" lang="en-US" sz="15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Text 34"/>
          <p:cNvSpPr/>
          <p:nvPr/>
        </p:nvSpPr>
        <p:spPr>
          <a:xfrm>
            <a:off x="4910328" y="3749040"/>
            <a:ext cx="3621024" cy="502920"/>
          </a:xfrm>
          <a:prstGeom prst="rect">
            <a:avLst/>
          </a:prstGeom>
          <a:noFill/>
          <a:ln/>
        </p:spPr>
        <p:txBody>
          <a:bodyPr wrap="square" lIns="0" tIns="0" rIns="0" bIns="0" rtlCol="0" anchor="ctr"/>
          <a:lstStyle/>
          <a:p>
            <a:pPr marL="0" marR="0" lvl="0" indent="0" algn="l" defTabSz="914400" rtl="0" eaLnBrk="1" fontAlgn="auto" latinLnBrk="0" hangingPunct="1">
              <a:lnSpc>
                <a:spcPct val="102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4A5F5D"/>
                </a:solidFill>
                <a:effectLst/>
                <a:uLnTx/>
                <a:uFillTx/>
                <a:latin typeface="Calibri" pitchFamily="34" charset="0"/>
                <a:ea typeface="Calibri" pitchFamily="34" charset="-122"/>
                <a:cs typeface="Calibri" pitchFamily="34" charset="-120"/>
              </a:rPr>
              <a:t>Two genotypes selected at once, then winning sequences computationally re-engineered</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2" name="Shape 35"/>
          <p:cNvSpPr/>
          <p:nvPr/>
        </p:nvSpPr>
        <p:spPr>
          <a:xfrm>
            <a:off x="4910328" y="4187952"/>
            <a:ext cx="612648" cy="237744"/>
          </a:xfrm>
          <a:prstGeom prst="roundRect">
            <a:avLst>
              <a:gd name="adj" fmla="val 19231"/>
            </a:avLst>
          </a:prstGeom>
          <a:solidFill>
            <a:schemeClr val="accent2"/>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36"/>
          <p:cNvSpPr/>
          <p:nvPr/>
        </p:nvSpPr>
        <p:spPr>
          <a:xfrm>
            <a:off x="4910328" y="4187952"/>
            <a:ext cx="612648"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AP4-2</a:t>
            </a:r>
            <a:endParaRPr kumimoji="0" lang="en-US" sz="9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Shape 37"/>
          <p:cNvSpPr/>
          <p:nvPr/>
        </p:nvSpPr>
        <p:spPr>
          <a:xfrm>
            <a:off x="5632704" y="4187952"/>
            <a:ext cx="683971" cy="237744"/>
          </a:xfrm>
          <a:prstGeom prst="roundRect">
            <a:avLst>
              <a:gd name="adj" fmla="val 19231"/>
            </a:avLst>
          </a:prstGeom>
          <a:solidFill>
            <a:srgbClr val="FFFF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5" name="Text 38"/>
          <p:cNvSpPr/>
          <p:nvPr/>
        </p:nvSpPr>
        <p:spPr>
          <a:xfrm>
            <a:off x="5632704" y="4187952"/>
            <a:ext cx="683971"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effectLst/>
                <a:uLnTx/>
                <a:uFillTx/>
                <a:latin typeface="Calibri" pitchFamily="34" charset="0"/>
                <a:ea typeface="Calibri" pitchFamily="34" charset="-122"/>
                <a:cs typeface="Calibri" pitchFamily="34" charset="-120"/>
              </a:rPr>
              <a:t>AP17-4</a:t>
            </a:r>
            <a:endParaRPr kumimoji="0" lang="en-US" sz="950" b="0" i="0" u="none" strike="noStrike" kern="1200" cap="none" spc="0" normalizeH="0" baseline="0" noProof="0" dirty="0">
              <a:ln>
                <a:noFill/>
              </a:ln>
              <a:effectLst/>
              <a:uLnTx/>
              <a:uFillTx/>
              <a:latin typeface="Calibri" panose="020F0502020204030204"/>
              <a:ea typeface="+mn-ea"/>
              <a:cs typeface="+mn-cs"/>
            </a:endParaRPr>
          </a:p>
        </p:txBody>
      </p:sp>
      <p:sp>
        <p:nvSpPr>
          <p:cNvPr id="46" name="Shape 39"/>
          <p:cNvSpPr/>
          <p:nvPr/>
        </p:nvSpPr>
        <p:spPr>
          <a:xfrm>
            <a:off x="6426403" y="4187952"/>
            <a:ext cx="683971" cy="237744"/>
          </a:xfrm>
          <a:prstGeom prst="roundRect">
            <a:avLst>
              <a:gd name="adj" fmla="val 19231"/>
            </a:avLst>
          </a:prstGeom>
          <a:solidFill>
            <a:srgbClr val="FFFF00"/>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0"/>
          <p:cNvSpPr/>
          <p:nvPr/>
        </p:nvSpPr>
        <p:spPr>
          <a:xfrm>
            <a:off x="6426403" y="4187952"/>
            <a:ext cx="683971" cy="23774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50" b="1" i="0" u="none" strike="noStrike" kern="1200" cap="none" spc="0" normalizeH="0" baseline="0" noProof="0" dirty="0">
                <a:ln>
                  <a:noFill/>
                </a:ln>
                <a:effectLst/>
                <a:uLnTx/>
                <a:uFillTx/>
                <a:latin typeface="Calibri" pitchFamily="34" charset="0"/>
                <a:ea typeface="Calibri" pitchFamily="34" charset="-122"/>
                <a:cs typeface="Calibri" pitchFamily="34" charset="-120"/>
              </a:rPr>
              <a:t>AP4-11</a:t>
            </a:r>
            <a:endParaRPr kumimoji="0" lang="en-US" sz="950" b="0" i="0" u="none" strike="noStrike" kern="1200" cap="none" spc="0" normalizeH="0" baseline="0" noProof="0" dirty="0">
              <a:ln>
                <a:noFill/>
              </a:ln>
              <a:effectLst/>
              <a:uLnTx/>
              <a:uFillTx/>
              <a:latin typeface="Calibri" panose="020F0502020204030204"/>
              <a:ea typeface="+mn-ea"/>
              <a:cs typeface="+mn-cs"/>
            </a:endParaRPr>
          </a:p>
        </p:txBody>
      </p:sp>
      <p:grpSp>
        <p:nvGrpSpPr>
          <p:cNvPr id="52" name="Group 51">
            <a:extLst>
              <a:ext uri="{FF2B5EF4-FFF2-40B4-BE49-F238E27FC236}">
                <a16:creationId xmlns:a16="http://schemas.microsoft.com/office/drawing/2014/main" id="{B4064F18-C233-98C9-6B01-DDAB843DAFE8}"/>
              </a:ext>
            </a:extLst>
          </p:cNvPr>
          <p:cNvGrpSpPr/>
          <p:nvPr/>
        </p:nvGrpSpPr>
        <p:grpSpPr>
          <a:xfrm>
            <a:off x="238137" y="2376996"/>
            <a:ext cx="1240372" cy="991556"/>
            <a:chOff x="238137" y="2376996"/>
            <a:chExt cx="1240372" cy="991556"/>
          </a:xfrm>
          <a:solidFill>
            <a:schemeClr val="accent2"/>
          </a:solidFill>
        </p:grpSpPr>
        <p:sp>
          <p:nvSpPr>
            <p:cNvPr id="50" name="Arrow: Bent 49">
              <a:extLst>
                <a:ext uri="{FF2B5EF4-FFF2-40B4-BE49-F238E27FC236}">
                  <a16:creationId xmlns:a16="http://schemas.microsoft.com/office/drawing/2014/main" id="{504D0D2F-4120-87A2-391A-DDE53EFF273C}"/>
                </a:ext>
              </a:extLst>
            </p:cNvPr>
            <p:cNvSpPr/>
            <p:nvPr/>
          </p:nvSpPr>
          <p:spPr>
            <a:xfrm rot="10800000">
              <a:off x="439306" y="2852928"/>
              <a:ext cx="1039203" cy="173736"/>
            </a:xfrm>
            <a:prstGeom prst="bentArrow">
              <a:avLst/>
            </a:prstGeom>
            <a:gr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1" name="TextBox 50">
              <a:extLst>
                <a:ext uri="{FF2B5EF4-FFF2-40B4-BE49-F238E27FC236}">
                  <a16:creationId xmlns:a16="http://schemas.microsoft.com/office/drawing/2014/main" id="{A35739B0-223E-7872-4E0C-6D62DA12F106}"/>
                </a:ext>
              </a:extLst>
            </p:cNvPr>
            <p:cNvSpPr txBox="1"/>
            <p:nvPr/>
          </p:nvSpPr>
          <p:spPr>
            <a:xfrm rot="16200000">
              <a:off x="-173002" y="2788135"/>
              <a:ext cx="991556" cy="169277"/>
            </a:xfrm>
            <a:prstGeom prst="rect">
              <a:avLst/>
            </a:prstGeom>
            <a:grpFill/>
          </p:spPr>
          <p:txBody>
            <a:bodyPr wrap="square" rtlCol="0">
              <a:spAutoFit/>
            </a:bodyPr>
            <a:lstStyle/>
            <a:p>
              <a:r>
                <a:rPr lang="en-US" sz="500" dirty="0"/>
                <a:t>broadest genotype reactivity</a:t>
              </a:r>
            </a:p>
          </p:txBody>
        </p:sp>
      </p:grpSp>
      <p:pic>
        <p:nvPicPr>
          <p:cNvPr id="54" name="Picture 53">
            <a:extLst>
              <a:ext uri="{FF2B5EF4-FFF2-40B4-BE49-F238E27FC236}">
                <a16:creationId xmlns:a16="http://schemas.microsoft.com/office/drawing/2014/main" id="{A0306B09-AB7D-8A19-5707-9297A27A21DA}"/>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599" b="91774" l="5750" r="91250">
                        <a14:foregroundMark x1="41500" y1="10540" x2="42000" y2="5913"/>
                        <a14:foregroundMark x1="39250" y1="7969" x2="48750" y2="7969"/>
                        <a14:foregroundMark x1="48750" y1="7969" x2="49250" y2="7969"/>
                        <a14:foregroundMark x1="38750" y1="7969" x2="42250" y2="4884"/>
                        <a14:foregroundMark x1="37750" y1="7969" x2="41000" y2="4370"/>
                        <a14:foregroundMark x1="10750" y1="68638" x2="6750" y2="78406"/>
                        <a14:foregroundMark x1="6750" y1="78406" x2="12000" y2="91517"/>
                        <a14:foregroundMark x1="12000" y1="91517" x2="37500" y2="89717"/>
                        <a14:foregroundMark x1="7750" y1="70694" x2="5750" y2="80206"/>
                        <a14:foregroundMark x1="5750" y1="80206" x2="8000" y2="88175"/>
                        <a14:foregroundMark x1="45250" y1="91003" x2="56250" y2="92288"/>
                        <a14:foregroundMark x1="56250" y1="92288" x2="77250" y2="91774"/>
                        <a14:foregroundMark x1="77250" y1="91774" x2="80000" y2="91774"/>
                        <a14:foregroundMark x1="91750" y1="73522" x2="91250" y2="83290"/>
                        <a14:foregroundMark x1="91250" y1="83290" x2="91250" y2="83548"/>
                        <a14:foregroundMark x1="35500" y1="53985" x2="35500" y2="50386"/>
                        <a14:foregroundMark x1="35250" y1="50129" x2="37000" y2="50129"/>
                        <a14:foregroundMark x1="38250" y1="5913" x2="38250" y2="5913"/>
                        <a14:foregroundMark x1="38000" y1="5656" x2="39000" y2="6427"/>
                        <a14:foregroundMark x1="40500" y1="48586" x2="40750" y2="60925"/>
                        <a14:foregroundMark x1="40750" y1="60925" x2="29250" y2="62725"/>
                        <a14:foregroundMark x1="29250" y1="62725" x2="27250" y2="47558"/>
                        <a14:foregroundMark x1="27250" y1="47558" x2="37000" y2="44730"/>
                        <a14:foregroundMark x1="37000" y1="44730" x2="40750" y2="47044"/>
                        <a14:foregroundMark x1="37500" y1="51928" x2="36500" y2="55270"/>
                        <a14:foregroundMark x1="35750" y1="55270" x2="38500" y2="59126"/>
                        <a14:foregroundMark x1="63250" y1="52185" x2="59000" y2="58869"/>
                        <a14:foregroundMark x1="59250" y1="65039" x2="56750" y2="55527"/>
                        <a14:foregroundMark x1="56750" y1="55527" x2="67000" y2="47815"/>
                        <a14:foregroundMark x1="67000" y1="47815" x2="71250" y2="57841"/>
                        <a14:foregroundMark x1="71250" y1="57841" x2="65500" y2="65039"/>
                        <a14:foregroundMark x1="58250" y1="54242" x2="64250" y2="45758"/>
                        <a14:foregroundMark x1="64250" y1="45758" x2="55000" y2="48072"/>
                        <a14:foregroundMark x1="55000" y1="48072" x2="53500" y2="53213"/>
                        <a14:foregroundMark x1="38000" y1="73779" x2="50250" y2="77121"/>
                        <a14:foregroundMark x1="50250" y1="77121" x2="46500" y2="77121"/>
                        <a14:foregroundMark x1="46000" y1="72751" x2="56500" y2="77635"/>
                        <a14:foregroundMark x1="56500" y1="77635" x2="55250" y2="78149"/>
                      </a14:backgroundRemoval>
                    </a14:imgEffect>
                  </a14:imgLayer>
                </a14:imgProps>
              </a:ext>
            </a:extLst>
          </a:blip>
          <a:stretch>
            <a:fillRect/>
          </a:stretch>
        </p:blipFill>
        <p:spPr>
          <a:xfrm>
            <a:off x="2259913" y="4261104"/>
            <a:ext cx="216282" cy="210334"/>
          </a:xfrm>
          <a:prstGeom prst="rect">
            <a:avLst/>
          </a:prstGeom>
        </p:spPr>
      </p:pic>
      <p:pic>
        <p:nvPicPr>
          <p:cNvPr id="55" name="Picture 54">
            <a:extLst>
              <a:ext uri="{FF2B5EF4-FFF2-40B4-BE49-F238E27FC236}">
                <a16:creationId xmlns:a16="http://schemas.microsoft.com/office/drawing/2014/main" id="{C1783D1E-637D-77F2-C1CD-4A8B1BB00818}"/>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3599" b="91774" l="5750" r="91250">
                        <a14:foregroundMark x1="41500" y1="10540" x2="42000" y2="5913"/>
                        <a14:foregroundMark x1="39250" y1="7969" x2="48750" y2="7969"/>
                        <a14:foregroundMark x1="48750" y1="7969" x2="49250" y2="7969"/>
                        <a14:foregroundMark x1="38750" y1="7969" x2="42250" y2="4884"/>
                        <a14:foregroundMark x1="37750" y1="7969" x2="41000" y2="4370"/>
                        <a14:foregroundMark x1="10750" y1="68638" x2="6750" y2="78406"/>
                        <a14:foregroundMark x1="6750" y1="78406" x2="12000" y2="91517"/>
                        <a14:foregroundMark x1="12000" y1="91517" x2="37500" y2="89717"/>
                        <a14:foregroundMark x1="7750" y1="70694" x2="5750" y2="80206"/>
                        <a14:foregroundMark x1="5750" y1="80206" x2="8000" y2="88175"/>
                        <a14:foregroundMark x1="45250" y1="91003" x2="56250" y2="92288"/>
                        <a14:foregroundMark x1="56250" y1="92288" x2="77250" y2="91774"/>
                        <a14:foregroundMark x1="77250" y1="91774" x2="80000" y2="91774"/>
                        <a14:foregroundMark x1="91750" y1="73522" x2="91250" y2="83290"/>
                        <a14:foregroundMark x1="91250" y1="83290" x2="91250" y2="83548"/>
                        <a14:foregroundMark x1="35500" y1="53985" x2="35500" y2="50386"/>
                        <a14:foregroundMark x1="35250" y1="50129" x2="37000" y2="50129"/>
                        <a14:foregroundMark x1="38250" y1="5913" x2="38250" y2="5913"/>
                        <a14:foregroundMark x1="38000" y1="5656" x2="39000" y2="6427"/>
                        <a14:foregroundMark x1="40500" y1="48586" x2="40750" y2="60925"/>
                        <a14:foregroundMark x1="40750" y1="60925" x2="29250" y2="62725"/>
                        <a14:foregroundMark x1="29250" y1="62725" x2="27250" y2="47558"/>
                        <a14:foregroundMark x1="27250" y1="47558" x2="37000" y2="44730"/>
                        <a14:foregroundMark x1="37000" y1="44730" x2="40750" y2="47044"/>
                        <a14:foregroundMark x1="37500" y1="51928" x2="36500" y2="55270"/>
                        <a14:foregroundMark x1="35750" y1="55270" x2="38500" y2="59126"/>
                        <a14:foregroundMark x1="63250" y1="52185" x2="59000" y2="58869"/>
                        <a14:foregroundMark x1="59250" y1="65039" x2="56750" y2="55527"/>
                        <a14:foregroundMark x1="56750" y1="55527" x2="67000" y2="47815"/>
                        <a14:foregroundMark x1="67000" y1="47815" x2="71250" y2="57841"/>
                        <a14:foregroundMark x1="71250" y1="57841" x2="65500" y2="65039"/>
                        <a14:foregroundMark x1="58250" y1="54242" x2="64250" y2="45758"/>
                        <a14:foregroundMark x1="64250" y1="45758" x2="55000" y2="48072"/>
                        <a14:foregroundMark x1="55000" y1="48072" x2="53500" y2="53213"/>
                        <a14:foregroundMark x1="38000" y1="73779" x2="50250" y2="77121"/>
                        <a14:foregroundMark x1="50250" y1="77121" x2="46500" y2="77121"/>
                        <a14:foregroundMark x1="46000" y1="72751" x2="56500" y2="77635"/>
                        <a14:foregroundMark x1="56500" y1="77635" x2="55250" y2="78149"/>
                      </a14:backgroundRemoval>
                    </a14:imgEffect>
                  </a14:imgLayer>
                </a14:imgProps>
              </a:ext>
            </a:extLst>
          </a:blip>
          <a:stretch>
            <a:fillRect/>
          </a:stretch>
        </p:blipFill>
        <p:spPr>
          <a:xfrm>
            <a:off x="1591917" y="2683764"/>
            <a:ext cx="192753" cy="187452"/>
          </a:xfrm>
          <a:prstGeom prst="rect">
            <a:avLst/>
          </a:prstGeom>
        </p:spPr>
      </p:pic>
      <p:sp>
        <p:nvSpPr>
          <p:cNvPr id="56" name="Arrow: Bent 55">
            <a:extLst>
              <a:ext uri="{FF2B5EF4-FFF2-40B4-BE49-F238E27FC236}">
                <a16:creationId xmlns:a16="http://schemas.microsoft.com/office/drawing/2014/main" id="{A241DAE7-310E-C408-F04C-47C0714EDFCE}"/>
              </a:ext>
            </a:extLst>
          </p:cNvPr>
          <p:cNvSpPr/>
          <p:nvPr/>
        </p:nvSpPr>
        <p:spPr>
          <a:xfrm rot="10800000">
            <a:off x="2089404" y="4366270"/>
            <a:ext cx="60781" cy="333745"/>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7" name="TextBox 56">
            <a:extLst>
              <a:ext uri="{FF2B5EF4-FFF2-40B4-BE49-F238E27FC236}">
                <a16:creationId xmlns:a16="http://schemas.microsoft.com/office/drawing/2014/main" id="{90854119-278F-1053-996B-413F6A900E49}"/>
              </a:ext>
            </a:extLst>
          </p:cNvPr>
          <p:cNvSpPr txBox="1"/>
          <p:nvPr/>
        </p:nvSpPr>
        <p:spPr>
          <a:xfrm>
            <a:off x="2286000" y="4663440"/>
            <a:ext cx="3657600" cy="274320"/>
          </a:xfrm>
          <a:prstGeom prst="rect">
            <a:avLst/>
          </a:prstGeom>
          <a:noFill/>
        </p:spPr>
        <p:txBody>
          <a:bodyPr wrap="square" rtlCol="0">
            <a:spAutoFit/>
          </a:bodyPr>
          <a:lstStyle/>
          <a:p>
            <a:r>
              <a:rPr lang="en-US" sz="500" dirty="0"/>
              <a:t>Selex against the whole extracted human norovirus</a:t>
            </a:r>
          </a:p>
        </p:txBody>
      </p:sp>
      <p:sp>
        <p:nvSpPr>
          <p:cNvPr id="2" name="Title 1">
            <a:extLst>
              <a:ext uri="{FF2B5EF4-FFF2-40B4-BE49-F238E27FC236}">
                <a16:creationId xmlns:a16="http://schemas.microsoft.com/office/drawing/2014/main" id="{62E0F576-2C29-BB0B-1770-1B4E219B8C85}"/>
              </a:ext>
            </a:extLst>
          </p:cNvPr>
          <p:cNvSpPr>
            <a:spLocks noGrp="1"/>
          </p:cNvSpPr>
          <p:nvPr>
            <p:ph type="title"/>
          </p:nvPr>
        </p:nvSpPr>
        <p:spPr>
          <a:xfrm>
            <a:off x="360000" y="276456"/>
            <a:ext cx="8424000" cy="639532"/>
          </a:xfrm>
        </p:spPr>
        <p:txBody>
          <a:bodyPr/>
          <a:lstStyle/>
          <a:p>
            <a:r>
              <a:rPr lang="en-US" b="1" dirty="0"/>
              <a:t>Which aptamer to choose? Four selection strategies</a:t>
            </a:r>
          </a:p>
        </p:txBody>
      </p:sp>
      <p:sp>
        <p:nvSpPr>
          <p:cNvPr id="8" name="Slide Number Placeholder 7">
            <a:extLst>
              <a:ext uri="{FF2B5EF4-FFF2-40B4-BE49-F238E27FC236}">
                <a16:creationId xmlns:a16="http://schemas.microsoft.com/office/drawing/2014/main" id="{59E5E2DA-915B-06B8-230D-161874119D78}"/>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3</a:t>
            </a:fld>
            <a:endParaRPr lang="en-GB"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3AA1E7-8B87-03D4-76DD-9AAAC2436ACC}"/>
              </a:ext>
            </a:extLst>
          </p:cNvPr>
          <p:cNvSpPr>
            <a:spLocks noGrp="1"/>
          </p:cNvSpPr>
          <p:nvPr>
            <p:ph type="title"/>
          </p:nvPr>
        </p:nvSpPr>
        <p:spPr>
          <a:xfrm>
            <a:off x="360000" y="276456"/>
            <a:ext cx="8424000" cy="639532"/>
          </a:xfrm>
        </p:spPr>
        <p:txBody>
          <a:bodyPr/>
          <a:lstStyle/>
          <a:p>
            <a:r>
              <a:rPr lang="en-US" dirty="0" b="1"/>
              <a:t>Six candidate with sequences</a:t>
            </a:r>
          </a:p>
        </p:txBody>
      </p:sp>
      <p:sp>
        <p:nvSpPr>
          <p:cNvPr id="4" name="Content Placeholder 3">
            <a:extLst>
              <a:ext uri="{FF2B5EF4-FFF2-40B4-BE49-F238E27FC236}">
                <a16:creationId xmlns:a16="http://schemas.microsoft.com/office/drawing/2014/main" id="{56608B20-3150-42D4-7D48-F183D0B79711}"/>
              </a:ext>
            </a:extLst>
          </p:cNvPr>
          <p:cNvSpPr>
            <a:spLocks noGrp="1"/>
          </p:cNvSpPr>
          <p:nvPr>
            <p:ph sz="quarter" idx="16"/>
          </p:nvPr>
        </p:nvSpPr>
        <p:spPr/>
        <p:txBody>
          <a:bodyPr/>
          <a:lstStyle/>
          <a:p>
            <a:endParaRPr lang="en-US"/>
          </a:p>
        </p:txBody>
      </p:sp>
      <p:sp>
        <p:nvSpPr>
          <p:cNvPr id="5" name="Content Placeholder 4">
            <a:extLst>
              <a:ext uri="{FF2B5EF4-FFF2-40B4-BE49-F238E27FC236}">
                <a16:creationId xmlns:a16="http://schemas.microsoft.com/office/drawing/2014/main" id="{9C744C9B-0D76-1B0C-0855-61B66BAFFC3E}"/>
              </a:ext>
            </a:extLst>
          </p:cNvPr>
          <p:cNvSpPr>
            <a:spLocks noGrp="1"/>
          </p:cNvSpPr>
          <p:nvPr>
            <p:ph sz="quarter" idx="17"/>
          </p:nvPr>
        </p:nvSpPr>
        <p:spPr/>
        <p:txBody>
          <a:bodyPr/>
          <a:lstStyle/>
          <a:p>
            <a:endParaRPr lang="en-US"/>
          </a:p>
        </p:txBody>
      </p:sp>
      <p:sp>
        <p:nvSpPr>
          <p:cNvPr id="7" name="Footer Placeholder 6">
            <a:extLst>
              <a:ext uri="{FF2B5EF4-FFF2-40B4-BE49-F238E27FC236}">
                <a16:creationId xmlns:a16="http://schemas.microsoft.com/office/drawing/2014/main" id="{69F6AAE9-8974-39EC-C534-F218E1B00D23}"/>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4E3FD542-61E9-F20F-7753-2179C5F8B427}"/>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8</a:t>
            </a:fld>
            <a:endParaRPr lang="en-GB" dirty="0"/>
          </a:p>
        </p:txBody>
      </p:sp>
      <p:graphicFrame>
        <p:nvGraphicFramePr>
          <p:cNvPr id="10" name="Table 9">
            <a:extLst>
              <a:ext uri="{FF2B5EF4-FFF2-40B4-BE49-F238E27FC236}">
                <a16:creationId xmlns:a16="http://schemas.microsoft.com/office/drawing/2014/main" id="{7ECB0118-EAAE-32B2-784E-7DB7482DB5CB}"/>
              </a:ext>
            </a:extLst>
          </p:cNvPr>
          <p:cNvGraphicFramePr>
            <a:graphicFrameLocks noGrp="1"/>
          </p:cNvGraphicFramePr>
          <p:nvPr>
            <p:extLst>
              <p:ext uri="{D42A27DB-BD31-4B8C-83A1-F6EECF244321}">
                <p14:modId xmlns:p14="http://schemas.microsoft.com/office/powerpoint/2010/main" val="1374246147"/>
              </p:ext>
            </p:extLst>
          </p:nvPr>
        </p:nvGraphicFramePr>
        <p:xfrm>
          <a:off x="926756" y="1044055"/>
          <a:ext cx="7289195" cy="3403873"/>
        </p:xfrm>
        <a:graphic>
          <a:graphicData uri="http://schemas.openxmlformats.org/drawingml/2006/table">
            <a:tbl>
              <a:tblPr>
                <a:tableStyleId>{69CF1AB2-1976-4502-BF36-3FF5EA218861}</a:tableStyleId>
              </a:tblPr>
              <a:tblGrid>
                <a:gridCol w="345059">
                  <a:extLst>
                    <a:ext uri="{9D8B030D-6E8A-4147-A177-3AD203B41FA5}">
                      <a16:colId xmlns:a16="http://schemas.microsoft.com/office/drawing/2014/main" val="1542483916"/>
                    </a:ext>
                  </a:extLst>
                </a:gridCol>
                <a:gridCol w="713548">
                  <a:extLst>
                    <a:ext uri="{9D8B030D-6E8A-4147-A177-3AD203B41FA5}">
                      <a16:colId xmlns:a16="http://schemas.microsoft.com/office/drawing/2014/main" val="4273713537"/>
                    </a:ext>
                  </a:extLst>
                </a:gridCol>
                <a:gridCol w="5560182">
                  <a:extLst>
                    <a:ext uri="{9D8B030D-6E8A-4147-A177-3AD203B41FA5}">
                      <a16:colId xmlns:a16="http://schemas.microsoft.com/office/drawing/2014/main" val="2797373775"/>
                    </a:ext>
                  </a:extLst>
                </a:gridCol>
                <a:gridCol w="670406">
                  <a:extLst>
                    <a:ext uri="{9D8B030D-6E8A-4147-A177-3AD203B41FA5}">
                      <a16:colId xmlns:a16="http://schemas.microsoft.com/office/drawing/2014/main" val="220353448"/>
                    </a:ext>
                  </a:extLst>
                </a:gridCol>
              </a:tblGrid>
              <a:tr h="261837">
                <a:tc>
                  <a:txBody>
                    <a:bodyPr/>
                    <a:lstStyle/>
                    <a:p>
                      <a:pPr marL="0" marR="0" algn="l">
                        <a:buNone/>
                      </a:pPr>
                      <a:r>
                        <a:rPr lang="en-US" sz="800" b="1" dirty="0">
                          <a:solidFill>
                            <a:schemeClr val="tx1"/>
                          </a:solidFill>
                          <a:effectLst/>
                        </a:rPr>
                        <a:t>#</a:t>
                      </a:r>
                      <a:endParaRPr lang="en-US" sz="1000" dirty="0">
                        <a:solidFill>
                          <a:schemeClr val="tx1"/>
                        </a:solidFill>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b="1" dirty="0">
                          <a:solidFill>
                            <a:schemeClr val="tx1"/>
                          </a:solidFill>
                          <a:effectLst/>
                        </a:rPr>
                        <a:t>Name</a:t>
                      </a:r>
                      <a:endParaRPr lang="en-US" sz="1000" dirty="0">
                        <a:solidFill>
                          <a:schemeClr val="tx1"/>
                        </a:solidFill>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b="1" dirty="0">
                          <a:solidFill>
                            <a:schemeClr val="tx1"/>
                          </a:solidFill>
                          <a:effectLst/>
                        </a:rPr>
                        <a:t>Sequence (5′→3′)</a:t>
                      </a:r>
                      <a:endParaRPr lang="en-US" sz="1000" dirty="0">
                        <a:solidFill>
                          <a:schemeClr val="tx1"/>
                        </a:solidFill>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b="1" dirty="0">
                          <a:solidFill>
                            <a:schemeClr val="tx1"/>
                          </a:solidFill>
                          <a:effectLst/>
                        </a:rPr>
                        <a:t>Length</a:t>
                      </a:r>
                      <a:endParaRPr lang="en-US" sz="1000" dirty="0">
                        <a:solidFill>
                          <a:schemeClr val="tx1"/>
                        </a:solidFill>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1947159348"/>
                  </a:ext>
                </a:extLst>
              </a:tr>
              <a:tr h="397203">
                <a:tc>
                  <a:txBody>
                    <a:bodyPr/>
                    <a:lstStyle/>
                    <a:p>
                      <a:pPr marL="0" marR="0" algn="l">
                        <a:buNone/>
                      </a:pPr>
                      <a:r>
                        <a:rPr lang="en-US" sz="800">
                          <a:solidFill>
                            <a:srgbClr val="333333"/>
                          </a:solidFill>
                          <a:effectLst/>
                        </a:rPr>
                        <a:t>1</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Beier</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000000"/>
                          </a:solidFill>
                          <a:effectLst/>
                        </a:rPr>
                        <a:t>GTCTGTAGTAGGGAGGATGGTCCGGGGCCCCGAGACGACGTTATCAGGC</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49 </a:t>
                      </a:r>
                      <a:r>
                        <a:rPr lang="en-US" sz="800" dirty="0" err="1">
                          <a:solidFill>
                            <a:srgbClr val="333333"/>
                          </a:solidFill>
                          <a:effectLst/>
                        </a:rPr>
                        <a:t>nt</a:t>
                      </a:r>
                      <a:endParaRPr lang="en-US" sz="1000" dirty="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2531016085"/>
                  </a:ext>
                </a:extLst>
              </a:tr>
              <a:tr h="388306">
                <a:tc>
                  <a:txBody>
                    <a:bodyPr/>
                    <a:lstStyle/>
                    <a:p>
                      <a:pPr marL="0" marR="0" algn="l">
                        <a:buNone/>
                      </a:pPr>
                      <a:r>
                        <a:rPr lang="en-US" sz="800" dirty="0">
                          <a:solidFill>
                            <a:srgbClr val="333333"/>
                          </a:solidFill>
                          <a:effectLst/>
                        </a:rPr>
                        <a:t>2a</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SMV25 (FL)</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000000"/>
                          </a:solidFill>
                          <a:effectLst/>
                        </a:rPr>
                        <a:t>AGTATACGTATTACCTGCAGCCATCTGTGTGAAGACTATATGGCGCTCACATATTTCTTTCCGATATCTCGGAGATCTTGC</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81 </a:t>
                      </a:r>
                      <a:r>
                        <a:rPr lang="en-US" sz="800" dirty="0" err="1">
                          <a:solidFill>
                            <a:srgbClr val="333333"/>
                          </a:solidFill>
                          <a:effectLst/>
                        </a:rPr>
                        <a:t>nt</a:t>
                      </a:r>
                      <a:endParaRPr lang="en-US" sz="1000" dirty="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1223861480"/>
                  </a:ext>
                </a:extLst>
              </a:tr>
              <a:tr h="397203">
                <a:tc>
                  <a:txBody>
                    <a:bodyPr/>
                    <a:lstStyle/>
                    <a:p>
                      <a:pPr marL="0" marR="0" algn="l">
                        <a:buNone/>
                      </a:pPr>
                      <a:r>
                        <a:rPr lang="en-US" sz="800">
                          <a:solidFill>
                            <a:srgbClr val="333333"/>
                          </a:solidFill>
                          <a:effectLst/>
                        </a:rPr>
                        <a:t>2b</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333333"/>
                          </a:solidFill>
                          <a:effectLst/>
                        </a:rPr>
                        <a:t>SMV25 (VR)</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000000"/>
                          </a:solidFill>
                          <a:effectLst/>
                        </a:rPr>
                        <a:t>CATCTGTGTGAAGACTATATGGCGCTCACATATTTCTTTCC</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333333"/>
                          </a:solidFill>
                          <a:effectLst/>
                        </a:rPr>
                        <a:t>40 nt</a:t>
                      </a:r>
                      <a:endParaRPr lang="en-US" sz="100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482467391"/>
                  </a:ext>
                </a:extLst>
              </a:tr>
              <a:tr h="388306">
                <a:tc>
                  <a:txBody>
                    <a:bodyPr/>
                    <a:lstStyle/>
                    <a:p>
                      <a:pPr marL="0" marR="0" algn="l">
                        <a:buNone/>
                      </a:pPr>
                      <a:r>
                        <a:rPr lang="en-US" sz="800" dirty="0">
                          <a:solidFill>
                            <a:srgbClr val="333333"/>
                          </a:solidFill>
                          <a:effectLst/>
                        </a:rPr>
                        <a:t>3</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AP4-11</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000000"/>
                          </a:solidFill>
                          <a:effectLst/>
                        </a:rPr>
                        <a:t>AACACGACCCACGTACCTGTGCGAGACACAGACCACCAAGGTGGGC</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46 </a:t>
                      </a:r>
                      <a:r>
                        <a:rPr lang="en-US" sz="800" dirty="0" err="1">
                          <a:solidFill>
                            <a:srgbClr val="333333"/>
                          </a:solidFill>
                          <a:effectLst/>
                        </a:rPr>
                        <a:t>nt</a:t>
                      </a:r>
                      <a:endParaRPr lang="en-US" sz="1000" dirty="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2547221502"/>
                  </a:ext>
                </a:extLst>
              </a:tr>
              <a:tr h="397203">
                <a:tc>
                  <a:txBody>
                    <a:bodyPr/>
                    <a:lstStyle/>
                    <a:p>
                      <a:pPr marL="0" marR="0" algn="l">
                        <a:buNone/>
                      </a:pPr>
                      <a:r>
                        <a:rPr lang="en-US" sz="800">
                          <a:solidFill>
                            <a:srgbClr val="333333"/>
                          </a:solidFill>
                          <a:effectLst/>
                        </a:rPr>
                        <a:t>4</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333333"/>
                          </a:solidFill>
                          <a:effectLst/>
                        </a:rPr>
                        <a:t>AP17-4</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000000"/>
                          </a:solidFill>
                          <a:effectLst/>
                        </a:rPr>
                        <a:t>GGAACACGACCCGTCTGTGGCCATCACAGTACAGCATCGTCGTG</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333333"/>
                          </a:solidFill>
                          <a:effectLst/>
                        </a:rPr>
                        <a:t>44 nt</a:t>
                      </a:r>
                      <a:endParaRPr lang="en-US" sz="100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4201736410"/>
                  </a:ext>
                </a:extLst>
              </a:tr>
              <a:tr h="388306">
                <a:tc>
                  <a:txBody>
                    <a:bodyPr/>
                    <a:lstStyle/>
                    <a:p>
                      <a:pPr marL="0" marR="0" algn="l">
                        <a:buNone/>
                      </a:pPr>
                      <a:r>
                        <a:rPr lang="en-US" sz="800" dirty="0">
                          <a:solidFill>
                            <a:srgbClr val="333333"/>
                          </a:solidFill>
                          <a:effectLst/>
                        </a:rPr>
                        <a:t>5</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Buf-2</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000000"/>
                          </a:solidFill>
                          <a:effectLst/>
                        </a:rPr>
                        <a:t>GAAATTGGGTTCGGGTTTGGGTTGGGATTACTTAGCGATG</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40 </a:t>
                      </a:r>
                      <a:r>
                        <a:rPr lang="en-US" sz="800" dirty="0" err="1">
                          <a:solidFill>
                            <a:srgbClr val="333333"/>
                          </a:solidFill>
                          <a:effectLst/>
                        </a:rPr>
                        <a:t>nt</a:t>
                      </a:r>
                      <a:endParaRPr lang="en-US" sz="1000" dirty="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257673478"/>
                  </a:ext>
                </a:extLst>
              </a:tr>
              <a:tr h="397203">
                <a:tc>
                  <a:txBody>
                    <a:bodyPr/>
                    <a:lstStyle/>
                    <a:p>
                      <a:pPr marL="0" marR="0" algn="l">
                        <a:buNone/>
                      </a:pPr>
                      <a:r>
                        <a:rPr lang="en-US" sz="800">
                          <a:solidFill>
                            <a:srgbClr val="333333"/>
                          </a:solidFill>
                          <a:effectLst/>
                        </a:rPr>
                        <a:t>6a</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333333"/>
                          </a:solidFill>
                          <a:effectLst/>
                        </a:rPr>
                        <a:t>M6-2 (FL)</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000000"/>
                          </a:solidFill>
                          <a:effectLst/>
                        </a:rPr>
                        <a:t>AGTATACGTATTACCTGCAGCTGGGAAGAGGTCCGGTAAATGCAGGGTCAGCCCGGAGAGCGATATCTCGGAGATCTTGC</a:t>
                      </a:r>
                      <a:endParaRPr lang="en-US" sz="100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a:solidFill>
                            <a:srgbClr val="333333"/>
                          </a:solidFill>
                          <a:effectLst/>
                        </a:rPr>
                        <a:t>80 nt</a:t>
                      </a:r>
                      <a:endParaRPr lang="en-US" sz="100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2156852771"/>
                  </a:ext>
                </a:extLst>
              </a:tr>
              <a:tr h="388306">
                <a:tc>
                  <a:txBody>
                    <a:bodyPr/>
                    <a:lstStyle/>
                    <a:p>
                      <a:pPr marL="0" marR="0" algn="l">
                        <a:buNone/>
                      </a:pPr>
                      <a:r>
                        <a:rPr lang="en-US" sz="800" dirty="0">
                          <a:solidFill>
                            <a:srgbClr val="333333"/>
                          </a:solidFill>
                          <a:effectLst/>
                        </a:rPr>
                        <a:t>6b</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M6-2 (VR)</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000000"/>
                          </a:solidFill>
                          <a:effectLst/>
                        </a:rPr>
                        <a:t>TGGGAAGAGGTCCGGTAAATGCAGGGTCAGCCCGGAGAG</a:t>
                      </a:r>
                      <a:endParaRPr lang="en-US" sz="1000" dirty="0">
                        <a:effectLst/>
                        <a:latin typeface="Arial" panose="020B0604020202020204" pitchFamily="34" charset="0"/>
                        <a:ea typeface="Arial" panose="020B0604020202020204" pitchFamily="34" charset="0"/>
                      </a:endParaRPr>
                    </a:p>
                  </a:txBody>
                  <a:tcPr marL="48728" marR="48728" marT="30455" marB="30455"/>
                </a:tc>
                <a:tc>
                  <a:txBody>
                    <a:bodyPr/>
                    <a:lstStyle/>
                    <a:p>
                      <a:pPr marL="0" marR="0" algn="l">
                        <a:buNone/>
                      </a:pPr>
                      <a:r>
                        <a:rPr lang="en-US" sz="800" dirty="0">
                          <a:solidFill>
                            <a:srgbClr val="333333"/>
                          </a:solidFill>
                          <a:effectLst/>
                        </a:rPr>
                        <a:t>39 </a:t>
                      </a:r>
                      <a:r>
                        <a:rPr lang="en-US" sz="800" dirty="0" err="1">
                          <a:solidFill>
                            <a:srgbClr val="333333"/>
                          </a:solidFill>
                          <a:effectLst/>
                        </a:rPr>
                        <a:t>nt</a:t>
                      </a:r>
                      <a:endParaRPr lang="en-US" sz="1000" dirty="0">
                        <a:effectLst/>
                        <a:latin typeface="Arial" panose="020B0604020202020204" pitchFamily="34" charset="0"/>
                        <a:ea typeface="Arial" panose="020B0604020202020204" pitchFamily="34" charset="0"/>
                      </a:endParaRPr>
                    </a:p>
                  </a:txBody>
                  <a:tcPr marL="48728" marR="48728" marT="30455" marB="30455"/>
                </a:tc>
                <a:extLst>
                  <a:ext uri="{0D108BD9-81ED-4DB2-BD59-A6C34878D82A}">
                    <a16:rowId xmlns:a16="http://schemas.microsoft.com/office/drawing/2014/main" val="1877141709"/>
                  </a:ext>
                </a:extLst>
              </a:tr>
            </a:tbl>
          </a:graphicData>
        </a:graphic>
      </p:graphicFrame>
    </p:spTree>
    <p:extLst>
      <p:ext uri="{BB962C8B-B14F-4D97-AF65-F5344CB8AC3E}">
        <p14:creationId xmlns:p14="http://schemas.microsoft.com/office/powerpoint/2010/main" val="22323428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0B0C9-210C-5350-B957-84E7DBA713BF}"/>
              </a:ext>
            </a:extLst>
          </p:cNvPr>
          <p:cNvSpPr>
            <a:spLocks noGrp="1"/>
          </p:cNvSpPr>
          <p:nvPr>
            <p:ph type="title"/>
          </p:nvPr>
        </p:nvSpPr>
        <p:spPr>
          <a:xfrm>
            <a:off x="360000" y="276456"/>
            <a:ext cx="8424000" cy="639532"/>
          </a:xfrm>
        </p:spPr>
        <p:txBody>
          <a:bodyPr/>
          <a:lstStyle/>
          <a:p>
            <a:r>
              <a:rPr lang="en-US" dirty="0" b="1"/>
              <a:t>Result of the </a:t>
            </a:r>
            <a:r>
              <a:rPr lang="en-US" dirty="0" err="1" b="1"/>
              <a:t>elasa</a:t>
            </a:r>
            <a:r>
              <a:rPr lang="en-US" dirty="0" b="1"/>
              <a:t> experiments</a:t>
            </a:r>
          </a:p>
        </p:txBody>
      </p:sp>
      <p:sp>
        <p:nvSpPr>
          <p:cNvPr id="3" name="Content Placeholder 2">
            <a:extLst>
              <a:ext uri="{FF2B5EF4-FFF2-40B4-BE49-F238E27FC236}">
                <a16:creationId xmlns:a16="http://schemas.microsoft.com/office/drawing/2014/main" id="{7F65B1F1-EDE7-52E2-1CE0-4E360B8A9903}"/>
              </a:ext>
            </a:extLst>
          </p:cNvPr>
          <p:cNvSpPr>
            <a:spLocks noGrp="1"/>
          </p:cNvSpPr>
          <p:nvPr>
            <p:ph sz="quarter" idx="15"/>
          </p:nvPr>
        </p:nvSpPr>
        <p:spPr/>
        <p:txBody>
          <a:bodyPr/>
          <a:lstStyle/>
          <a:p>
            <a:endParaRPr lang="en-US"/>
          </a:p>
        </p:txBody>
      </p:sp>
      <p:sp>
        <p:nvSpPr>
          <p:cNvPr id="4" name="Content Placeholder 3">
            <a:extLst>
              <a:ext uri="{FF2B5EF4-FFF2-40B4-BE49-F238E27FC236}">
                <a16:creationId xmlns:a16="http://schemas.microsoft.com/office/drawing/2014/main" id="{0201C594-480B-17F1-D259-06A3DB3A4947}"/>
              </a:ext>
            </a:extLst>
          </p:cNvPr>
          <p:cNvSpPr>
            <a:spLocks noGrp="1"/>
          </p:cNvSpPr>
          <p:nvPr>
            <p:ph sz="quarter" idx="16"/>
          </p:nvPr>
        </p:nvSpPr>
        <p:spPr/>
        <p:txBody>
          <a:bodyPr/>
          <a:lstStyle/>
          <a:p>
            <a:endParaRPr lang="en-US"/>
          </a:p>
        </p:txBody>
      </p:sp>
      <p:sp>
        <p:nvSpPr>
          <p:cNvPr id="5" name="Content Placeholder 4">
            <a:extLst>
              <a:ext uri="{FF2B5EF4-FFF2-40B4-BE49-F238E27FC236}">
                <a16:creationId xmlns:a16="http://schemas.microsoft.com/office/drawing/2014/main" id="{89B1B8D7-B26F-5DF5-56DC-371A1E69F9E0}"/>
              </a:ext>
            </a:extLst>
          </p:cNvPr>
          <p:cNvSpPr>
            <a:spLocks noGrp="1"/>
          </p:cNvSpPr>
          <p:nvPr>
            <p:ph sz="quarter" idx="17"/>
          </p:nvPr>
        </p:nvSpPr>
        <p:spPr/>
        <p:txBody>
          <a:bodyPr/>
          <a:lstStyle/>
          <a:p>
            <a:endParaRPr lang="en-US"/>
          </a:p>
        </p:txBody>
      </p:sp>
      <p:sp>
        <p:nvSpPr>
          <p:cNvPr id="6" name="Text Placeholder 5">
            <a:extLst>
              <a:ext uri="{FF2B5EF4-FFF2-40B4-BE49-F238E27FC236}">
                <a16:creationId xmlns:a16="http://schemas.microsoft.com/office/drawing/2014/main" id="{5FA6243C-CE6E-63CD-B5EA-F7667AB7A665}"/>
              </a:ext>
            </a:extLst>
          </p:cNvPr>
          <p:cNvSpPr>
            <a:spLocks noGrp="1"/>
          </p:cNvSpPr>
          <p:nvPr>
            <p:ph type="body" idx="28"/>
          </p:nvPr>
        </p:nvSpPr>
        <p:spPr/>
        <p:txBody>
          <a:bodyPr/>
          <a:lstStyle/>
          <a:p>
            <a:endParaRPr lang="en-US"/>
          </a:p>
        </p:txBody>
      </p:sp>
      <p:sp>
        <p:nvSpPr>
          <p:cNvPr id="7" name="Footer Placeholder 6">
            <a:extLst>
              <a:ext uri="{FF2B5EF4-FFF2-40B4-BE49-F238E27FC236}">
                <a16:creationId xmlns:a16="http://schemas.microsoft.com/office/drawing/2014/main" id="{C98705BE-6969-D22C-EEE5-94A1EF0C494A}"/>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FD0C3E3C-9F9B-C9A6-3253-302F96C5664B}"/>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9</a:t>
            </a:fld>
            <a:endParaRPr lang="en-GB" dirty="0"/>
          </a:p>
        </p:txBody>
      </p:sp>
    </p:spTree>
    <p:extLst>
      <p:ext uri="{BB962C8B-B14F-4D97-AF65-F5344CB8AC3E}">
        <p14:creationId xmlns:p14="http://schemas.microsoft.com/office/powerpoint/2010/main" val="22049807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DE84E-CD22-9DA7-8C19-AE22DCADE651}"/>
              </a:ext>
            </a:extLst>
          </p:cNvPr>
          <p:cNvSpPr>
            <a:spLocks noGrp="1"/>
          </p:cNvSpPr>
          <p:nvPr>
            <p:ph type="title"/>
          </p:nvPr>
        </p:nvSpPr>
        <p:spPr>
          <a:xfrm>
            <a:off x="360000" y="276456"/>
            <a:ext cx="8424000" cy="639532"/>
          </a:xfrm>
        </p:spPr>
        <p:txBody>
          <a:bodyPr/>
          <a:lstStyle/>
          <a:p>
            <a:r>
              <a:rPr lang="en-US" dirty="0" b="1"/>
              <a:t>Why comparing is difficult?</a:t>
            </a:r>
          </a:p>
        </p:txBody>
      </p:sp>
      <p:sp>
        <p:nvSpPr>
          <p:cNvPr id="3" name="Content Placeholder 2">
            <a:extLst>
              <a:ext uri="{FF2B5EF4-FFF2-40B4-BE49-F238E27FC236}">
                <a16:creationId xmlns:a16="http://schemas.microsoft.com/office/drawing/2014/main" id="{AE181A1F-60E6-9447-29E6-A2FD3208A488}"/>
              </a:ext>
            </a:extLst>
          </p:cNvPr>
          <p:cNvSpPr>
            <a:spLocks noGrp="1"/>
          </p:cNvSpPr>
          <p:nvPr>
            <p:ph sz="quarter" idx="15"/>
          </p:nvPr>
        </p:nvSpPr>
        <p:spPr/>
        <p:txBody>
          <a:bodyPr/>
          <a:lstStyle/>
          <a:p>
            <a:endParaRPr lang="en-US"/>
          </a:p>
        </p:txBody>
      </p:sp>
      <p:sp>
        <p:nvSpPr>
          <p:cNvPr id="4" name="Content Placeholder 3">
            <a:extLst>
              <a:ext uri="{FF2B5EF4-FFF2-40B4-BE49-F238E27FC236}">
                <a16:creationId xmlns:a16="http://schemas.microsoft.com/office/drawing/2014/main" id="{FACEF578-AEF8-1F0A-57EE-E651072375A3}"/>
              </a:ext>
            </a:extLst>
          </p:cNvPr>
          <p:cNvSpPr>
            <a:spLocks noGrp="1"/>
          </p:cNvSpPr>
          <p:nvPr>
            <p:ph sz="quarter" idx="16"/>
          </p:nvPr>
        </p:nvSpPr>
        <p:spPr/>
        <p:txBody>
          <a:bodyPr/>
          <a:lstStyle/>
          <a:p>
            <a:endParaRPr lang="en-US"/>
          </a:p>
        </p:txBody>
      </p:sp>
      <p:sp>
        <p:nvSpPr>
          <p:cNvPr id="5" name="Content Placeholder 4">
            <a:extLst>
              <a:ext uri="{FF2B5EF4-FFF2-40B4-BE49-F238E27FC236}">
                <a16:creationId xmlns:a16="http://schemas.microsoft.com/office/drawing/2014/main" id="{F37E3335-4AB1-5DF1-DE99-955F421D021A}"/>
              </a:ext>
            </a:extLst>
          </p:cNvPr>
          <p:cNvSpPr>
            <a:spLocks noGrp="1"/>
          </p:cNvSpPr>
          <p:nvPr>
            <p:ph sz="quarter" idx="17"/>
          </p:nvPr>
        </p:nvSpPr>
        <p:spPr/>
        <p:txBody>
          <a:bodyPr/>
          <a:lstStyle/>
          <a:p>
            <a:endParaRPr lang="en-US"/>
          </a:p>
        </p:txBody>
      </p:sp>
      <p:sp>
        <p:nvSpPr>
          <p:cNvPr id="6" name="Text Placeholder 5">
            <a:extLst>
              <a:ext uri="{FF2B5EF4-FFF2-40B4-BE49-F238E27FC236}">
                <a16:creationId xmlns:a16="http://schemas.microsoft.com/office/drawing/2014/main" id="{96457C76-4C59-E3E2-F9B3-FEF3D6473C1F}"/>
              </a:ext>
            </a:extLst>
          </p:cNvPr>
          <p:cNvSpPr>
            <a:spLocks noGrp="1"/>
          </p:cNvSpPr>
          <p:nvPr>
            <p:ph type="body" idx="28"/>
          </p:nvPr>
        </p:nvSpPr>
        <p:spPr/>
        <p:txBody>
          <a:bodyPr/>
          <a:lstStyle/>
          <a:p>
            <a:endParaRPr lang="en-US"/>
          </a:p>
        </p:txBody>
      </p:sp>
      <p:sp>
        <p:nvSpPr>
          <p:cNvPr id="7" name="Footer Placeholder 6">
            <a:extLst>
              <a:ext uri="{FF2B5EF4-FFF2-40B4-BE49-F238E27FC236}">
                <a16:creationId xmlns:a16="http://schemas.microsoft.com/office/drawing/2014/main" id="{BF1CC6A0-EFDB-8D21-B49E-4FAF6A38ECE2}"/>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C3F102D1-C6A7-E3A7-48C9-321DDEC6A66D}"/>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10</a:t>
            </a:fld>
            <a:endParaRPr lang="en-GB" dirty="0"/>
          </a:p>
        </p:txBody>
      </p:sp>
    </p:spTree>
    <p:extLst>
      <p:ext uri="{BB962C8B-B14F-4D97-AF65-F5344CB8AC3E}">
        <p14:creationId xmlns:p14="http://schemas.microsoft.com/office/powerpoint/2010/main" val="35650956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9FA5F2-00C3-E544-C9C9-CFA39D61A675}"/>
              </a:ext>
            </a:extLst>
          </p:cNvPr>
          <p:cNvSpPr>
            <a:spLocks noGrp="1"/>
          </p:cNvSpPr>
          <p:nvPr>
            <p:ph type="title"/>
          </p:nvPr>
        </p:nvSpPr>
        <p:spPr>
          <a:xfrm>
            <a:off x="360000" y="276456"/>
            <a:ext cx="8424000" cy="639532"/>
          </a:xfrm>
        </p:spPr>
        <p:txBody>
          <a:bodyPr/>
          <a:lstStyle/>
          <a:p>
            <a:r>
              <a:rPr lang="en-US" dirty="0" err="1" b="1"/>
              <a:t>Fluorscence</a:t>
            </a:r>
            <a:r>
              <a:rPr lang="en-US" dirty="0" b="1"/>
              <a:t> polarization</a:t>
            </a:r>
          </a:p>
        </p:txBody>
      </p:sp>
      <p:pic>
        <p:nvPicPr>
          <p:cNvPr id="10" name="Content Placeholder 9">
            <a:extLst>
              <a:ext uri="{FF2B5EF4-FFF2-40B4-BE49-F238E27FC236}">
                <a16:creationId xmlns:a16="http://schemas.microsoft.com/office/drawing/2014/main" id="{A7D221FC-E238-427F-6360-83CEBCE7F6C7}"/>
              </a:ext>
            </a:extLst>
          </p:cNvPr>
          <p:cNvPicPr>
            <a:picLocks noGrp="1" noChangeAspect="1"/>
          </p:cNvPicPr>
          <p:nvPr>
            <p:ph sz="quarter" idx="15"/>
          </p:nvPr>
        </p:nvPicPr>
        <p:blipFill>
          <a:blip r:embed="rId2">
            <a:extLst>
              <a:ext uri="{28A0092B-C50C-407E-A947-70E740481C1C}">
                <a14:useLocalDpi xmlns:a14="http://schemas.microsoft.com/office/drawing/2010/main" val="0"/>
              </a:ext>
            </a:extLst>
          </a:blip>
          <a:srcRect t="7820" b="14642"/>
          <a:stretch>
            <a:fillRect/>
          </a:stretch>
        </p:blipFill>
        <p:spPr>
          <a:xfrm>
            <a:off x="853058" y="1158478"/>
            <a:ext cx="7275559" cy="3171517"/>
          </a:xfrm>
          <a:prstGeom prst="rect">
            <a:avLst/>
          </a:prstGeom>
        </p:spPr>
      </p:pic>
      <p:sp>
        <p:nvSpPr>
          <p:cNvPr id="4" name="Content Placeholder 3">
            <a:extLst>
              <a:ext uri="{FF2B5EF4-FFF2-40B4-BE49-F238E27FC236}">
                <a16:creationId xmlns:a16="http://schemas.microsoft.com/office/drawing/2014/main" id="{015CA951-1337-88F1-5B24-DBB170443FBA}"/>
              </a:ext>
            </a:extLst>
          </p:cNvPr>
          <p:cNvSpPr>
            <a:spLocks noGrp="1"/>
          </p:cNvSpPr>
          <p:nvPr>
            <p:ph sz="quarter" idx="16"/>
          </p:nvPr>
        </p:nvSpPr>
        <p:spPr/>
        <p:txBody>
          <a:bodyPr/>
          <a:lstStyle/>
          <a:p>
            <a:endParaRPr lang="en-US" dirty="0"/>
          </a:p>
        </p:txBody>
      </p:sp>
      <p:sp>
        <p:nvSpPr>
          <p:cNvPr id="5" name="Content Placeholder 4">
            <a:extLst>
              <a:ext uri="{FF2B5EF4-FFF2-40B4-BE49-F238E27FC236}">
                <a16:creationId xmlns:a16="http://schemas.microsoft.com/office/drawing/2014/main" id="{22DBDCAF-F24B-2C43-2762-9C381D3E8F96}"/>
              </a:ext>
            </a:extLst>
          </p:cNvPr>
          <p:cNvSpPr>
            <a:spLocks noGrp="1"/>
          </p:cNvSpPr>
          <p:nvPr>
            <p:ph sz="quarter" idx="17"/>
          </p:nvPr>
        </p:nvSpPr>
        <p:spPr/>
        <p:txBody>
          <a:bodyPr/>
          <a:lstStyle/>
          <a:p>
            <a:endParaRPr lang="en-US" dirty="0"/>
          </a:p>
        </p:txBody>
      </p:sp>
      <p:sp>
        <p:nvSpPr>
          <p:cNvPr id="6" name="Text Placeholder 5">
            <a:extLst>
              <a:ext uri="{FF2B5EF4-FFF2-40B4-BE49-F238E27FC236}">
                <a16:creationId xmlns:a16="http://schemas.microsoft.com/office/drawing/2014/main" id="{F2B1FDBB-7F8B-C94C-BDAB-5D18200A75D0}"/>
              </a:ext>
            </a:extLst>
          </p:cNvPr>
          <p:cNvSpPr>
            <a:spLocks noGrp="1"/>
          </p:cNvSpPr>
          <p:nvPr>
            <p:ph type="body" idx="28"/>
          </p:nvPr>
        </p:nvSpPr>
        <p:spPr/>
        <p:txBody>
          <a:bodyPr/>
          <a:lstStyle/>
          <a:p>
            <a:endParaRPr lang="en-US" dirty="0"/>
          </a:p>
        </p:txBody>
      </p:sp>
      <p:sp>
        <p:nvSpPr>
          <p:cNvPr id="7" name="Footer Placeholder 6">
            <a:extLst>
              <a:ext uri="{FF2B5EF4-FFF2-40B4-BE49-F238E27FC236}">
                <a16:creationId xmlns:a16="http://schemas.microsoft.com/office/drawing/2014/main" id="{C4F5C69D-ED4F-D633-3354-DC7DEAE98050}"/>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DAA2A7C1-8217-CEF1-209D-3D442BD7D691}"/>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11</a:t>
            </a:fld>
            <a:endParaRPr lang="en-GB" dirty="0"/>
          </a:p>
        </p:txBody>
      </p:sp>
    </p:spTree>
    <p:extLst>
      <p:ext uri="{BB962C8B-B14F-4D97-AF65-F5344CB8AC3E}">
        <p14:creationId xmlns:p14="http://schemas.microsoft.com/office/powerpoint/2010/main" val="3376193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067E4-A544-1F87-125D-03513C2FF08C}"/>
              </a:ext>
            </a:extLst>
          </p:cNvPr>
          <p:cNvSpPr>
            <a:spLocks noGrp="1"/>
          </p:cNvSpPr>
          <p:nvPr>
            <p:ph type="title"/>
          </p:nvPr>
        </p:nvSpPr>
        <p:spPr>
          <a:xfrm>
            <a:off x="360000" y="276456"/>
            <a:ext cx="8424000" cy="639532"/>
          </a:xfrm>
        </p:spPr>
        <p:txBody>
          <a:bodyPr/>
          <a:lstStyle/>
          <a:p>
            <a:r>
              <a:rPr b="1"/>
              <a:t>From recognition to a visible line on a strip</a:t>
            </a:r>
          </a:p>
        </p:txBody>
      </p:sp>
      <p:sp>
        <p:nvSpPr>
          <p:cNvPr id="3" name="Content Placeholder 2">
            <a:extLst>
              <a:ext uri="{FF2B5EF4-FFF2-40B4-BE49-F238E27FC236}">
                <a16:creationId xmlns:a16="http://schemas.microsoft.com/office/drawing/2014/main" id="{27A3A604-CC29-201F-67AC-5DAAFCD0985C}"/>
              </a:ext>
            </a:extLst>
          </p:cNvPr>
          <p:cNvSpPr>
            <a:spLocks noGrp="1"/>
          </p:cNvSpPr>
          <p:nvPr>
            <p:ph sz="quarter" idx="15"/>
          </p:nvPr>
        </p:nvSpPr>
        <p:spPr/>
        <p:txBody>
          <a:bodyPr/>
          <a:lstStyle/>
          <a:p>
            <a:endParaRPr lang="en-US"/>
          </a:p>
        </p:txBody>
      </p:sp>
      <p:sp>
        <p:nvSpPr>
          <p:cNvPr id="4" name="Content Placeholder 3">
            <a:extLst>
              <a:ext uri="{FF2B5EF4-FFF2-40B4-BE49-F238E27FC236}">
                <a16:creationId xmlns:a16="http://schemas.microsoft.com/office/drawing/2014/main" id="{1B208768-8267-F738-9C35-2796D9D7ACFD}"/>
              </a:ext>
            </a:extLst>
          </p:cNvPr>
          <p:cNvSpPr>
            <a:spLocks noGrp="1"/>
          </p:cNvSpPr>
          <p:nvPr>
            <p:ph sz="quarter" idx="16"/>
          </p:nvPr>
        </p:nvSpPr>
        <p:spPr/>
        <p:txBody>
          <a:bodyPr/>
          <a:lstStyle/>
          <a:p>
            <a:endParaRPr lang="en-US"/>
          </a:p>
        </p:txBody>
      </p:sp>
      <p:sp>
        <p:nvSpPr>
          <p:cNvPr id="5" name="Content Placeholder 4">
            <a:extLst>
              <a:ext uri="{FF2B5EF4-FFF2-40B4-BE49-F238E27FC236}">
                <a16:creationId xmlns:a16="http://schemas.microsoft.com/office/drawing/2014/main" id="{9155174F-FAD6-0457-F1FC-8F8E40546122}"/>
              </a:ext>
            </a:extLst>
          </p:cNvPr>
          <p:cNvSpPr>
            <a:spLocks noGrp="1"/>
          </p:cNvSpPr>
          <p:nvPr>
            <p:ph sz="quarter" idx="17"/>
          </p:nvPr>
        </p:nvSpPr>
        <p:spPr/>
        <p:txBody>
          <a:bodyPr/>
          <a:lstStyle/>
          <a:p>
            <a:endParaRPr lang="en-US"/>
          </a:p>
        </p:txBody>
      </p:sp>
      <p:sp>
        <p:nvSpPr>
          <p:cNvPr id="6" name="Text Placeholder 5">
            <a:extLst>
              <a:ext uri="{FF2B5EF4-FFF2-40B4-BE49-F238E27FC236}">
                <a16:creationId xmlns:a16="http://schemas.microsoft.com/office/drawing/2014/main" id="{25FAFD48-4147-D41D-3972-2910B629E572}"/>
              </a:ext>
            </a:extLst>
          </p:cNvPr>
          <p:cNvSpPr>
            <a:spLocks noGrp="1"/>
          </p:cNvSpPr>
          <p:nvPr>
            <p:ph type="body" idx="28"/>
          </p:nvPr>
        </p:nvSpPr>
        <p:spPr/>
        <p:txBody>
          <a:bodyPr/>
          <a:lstStyle/>
          <a:p>
            <a:endParaRPr lang="en-US"/>
          </a:p>
        </p:txBody>
      </p:sp>
      <p:sp>
        <p:nvSpPr>
          <p:cNvPr id="7" name="Footer Placeholder 6">
            <a:extLst>
              <a:ext uri="{FF2B5EF4-FFF2-40B4-BE49-F238E27FC236}">
                <a16:creationId xmlns:a16="http://schemas.microsoft.com/office/drawing/2014/main" id="{05081E81-B44E-E2B6-07E6-E94549660A1B}"/>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D618404B-FE47-15DC-8427-52767ED49A99}"/>
              </a:ext>
            </a:extLst>
          </p:cNvPr>
          <p:cNvSpPr>
            <a:spLocks noGrp="1"/>
          </p:cNvSpPr>
          <p:nvPr>
            <p:ph type="sldNum" sz="quarter" idx="4"/>
          </p:nvPr>
        </p:nvSpPr>
        <p:spPr>
          <a:xfrm>
            <a:off x="360000" y="4846320"/>
            <a:ext cx="457200" cy="182880"/>
          </a:xfrm>
        </p:spPr>
        <p:txBody>
          <a:bodyPr/>
          <a:lstStyle/>
          <a:p>
            <a:fld id="{F4669F32-90E1-ED4F-B6D9-07697D6A4E9E}" type="slidenum">
              <a:rPr lang="en-GB" smtClean="0"/>
              <a:pPr/>
              <a:t>12</a:t>
            </a:fld>
            <a:endParaRPr lang="en-GB" dirty="0"/>
          </a:p>
        </p:txBody>
      </p:sp>
      <p:pic>
        <p:nvPicPr>
          <p:cNvPr id="10" name="Lateral flow strip anatomy" descr="Lateral flow strip anatomy">
            <a:extLst>
              <a:ext uri="{FF2B5EF4-FFF2-40B4-BE49-F238E27FC236}">
                <a16:creationId xmlns:a16="http://schemas.microsoft.com/office/drawing/2014/main" id="{C57A06EB-E37E-9FD0-ACF7-155345C3BE7B}"/>
              </a:ext>
            </a:extLst>
          </p:cNvPr>
          <p:cNvPicPr>
            <a:picLocks noChangeAspect="1"/>
          </p:cNvPicPr>
          <p:nvPr/>
        </p:nvPicPr>
        <p:blipFill>
          <a:blip r:embed="rId2"/>
          <a:srcRect b="7873"/>
          <a:stretch>
            <a:fillRect/>
          </a:stretch>
        </p:blipFill>
        <p:spPr>
          <a:xfrm>
            <a:off x="1051560" y="2236763"/>
            <a:ext cx="7375252" cy="2378100"/>
          </a:xfrm>
          <a:prstGeom prst="rect">
            <a:avLst/>
          </a:prstGeom>
        </p:spPr>
      </p:pic>
    </p:spTree>
    <p:extLst>
      <p:ext uri="{BB962C8B-B14F-4D97-AF65-F5344CB8AC3E}">
        <p14:creationId xmlns:p14="http://schemas.microsoft.com/office/powerpoint/2010/main" val="933748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US" dirty="0"/>
              <a:t>thank you</a:t>
            </a:r>
          </a:p>
        </p:txBody>
      </p:sp>
      <p:sp>
        <p:nvSpPr>
          <p:cNvPr id="5" name="Text Placeholder 4">
            <a:extLst>
              <a:ext uri="{FF2B5EF4-FFF2-40B4-BE49-F238E27FC236}">
                <a16:creationId xmlns:a16="http://schemas.microsoft.com/office/drawing/2014/main" id="{D906BA19-27D8-4B98-DFA3-46FE820D8760}"/>
              </a:ext>
            </a:extLst>
          </p:cNvPr>
          <p:cNvSpPr>
            <a:spLocks noGrp="1"/>
          </p:cNvSpPr>
          <p:nvPr>
            <p:ph type="body" sz="quarter" idx="14"/>
          </p:nvPr>
        </p:nvSpPr>
        <p:spPr/>
        <p:txBody>
          <a:bodyPr/>
          <a:lstStyle/>
          <a:p>
            <a:endParaRPr lang="en-US"/>
          </a:p>
        </p:txBody>
      </p:sp>
    </p:spTree>
    <p:extLst>
      <p:ext uri="{BB962C8B-B14F-4D97-AF65-F5344CB8AC3E}">
        <p14:creationId xmlns:p14="http://schemas.microsoft.com/office/powerpoint/2010/main" val="16380464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E8BC-E6AC-4576-6BF7-F012D26FF5C0}"/>
              </a:ext>
            </a:extLst>
          </p:cNvPr>
          <p:cNvSpPr>
            <a:spLocks noGrp="1"/>
          </p:cNvSpPr>
          <p:nvPr>
            <p:ph type="title"/>
          </p:nvPr>
        </p:nvSpPr>
        <p:spPr/>
        <p:txBody>
          <a:bodyPr/>
          <a:lstStyle/>
          <a:p>
            <a:r>
              <a:rPr lang="en-US" b="1" cap="all" dirty="0"/>
              <a:t>Identifying aptamers suitable for stool testing</a:t>
            </a:r>
            <a:br>
              <a:rPr lang="en-US" b="1" cap="all" dirty="0"/>
            </a:br>
            <a:endParaRPr lang="en-US" dirty="0"/>
          </a:p>
        </p:txBody>
      </p:sp>
      <p:sp>
        <p:nvSpPr>
          <p:cNvPr id="6" name="Text Placeholder 5">
            <a:extLst>
              <a:ext uri="{FF2B5EF4-FFF2-40B4-BE49-F238E27FC236}">
                <a16:creationId xmlns:a16="http://schemas.microsoft.com/office/drawing/2014/main" id="{2FB386C3-5E9E-8F6D-0793-8FBFE112A299}"/>
              </a:ext>
            </a:extLst>
          </p:cNvPr>
          <p:cNvSpPr>
            <a:spLocks noGrp="1"/>
          </p:cNvSpPr>
          <p:nvPr>
            <p:ph type="body" idx="28"/>
          </p:nvPr>
        </p:nvSpPr>
        <p:spPr/>
        <p:txBody>
          <a:bodyPr/>
          <a:lstStyle/>
          <a:p>
            <a:r>
              <a:rPr lang="en-US" b="0" dirty="0"/>
              <a:t>Determine whether our aptamers can </a:t>
            </a:r>
            <a:r>
              <a:rPr lang="en-US" b="0" dirty="0" err="1"/>
              <a:t>recognise</a:t>
            </a:r>
            <a:r>
              <a:rPr lang="en-US" b="0" dirty="0"/>
              <a:t> the target viruses specifically and retain useful binding in a complex </a:t>
            </a:r>
            <a:r>
              <a:rPr lang="en-US" b="0" dirty="0" err="1"/>
              <a:t>faecal</a:t>
            </a:r>
            <a:r>
              <a:rPr lang="en-US" b="0" dirty="0"/>
              <a:t> matrix.</a:t>
            </a:r>
            <a:endParaRPr lang="en-US" dirty="0"/>
          </a:p>
        </p:txBody>
      </p:sp>
      <p:sp>
        <p:nvSpPr>
          <p:cNvPr id="7" name="Footer Placeholder 6">
            <a:extLst>
              <a:ext uri="{FF2B5EF4-FFF2-40B4-BE49-F238E27FC236}">
                <a16:creationId xmlns:a16="http://schemas.microsoft.com/office/drawing/2014/main" id="{DEA61654-299D-7C78-C65E-F584AC9114BF}"/>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AD0228CA-C088-D1E8-F28B-DCF81032E523}"/>
              </a:ext>
            </a:extLst>
          </p:cNvPr>
          <p:cNvSpPr>
            <a:spLocks noGrp="1"/>
          </p:cNvSpPr>
          <p:nvPr>
            <p:ph type="sldNum" sz="quarter" idx="4"/>
          </p:nvPr>
        </p:nvSpPr>
        <p:spPr/>
        <p:txBody>
          <a:bodyPr/>
          <a:lstStyle/>
          <a:p>
            <a:fld id="{F4669F32-90E1-ED4F-B6D9-07697D6A4E9E}" type="slidenum">
              <a:rPr lang="en-GB" smtClean="0"/>
              <a:pPr/>
              <a:t>14</a:t>
            </a:fld>
            <a:endParaRPr lang="en-GB" dirty="0"/>
          </a:p>
        </p:txBody>
      </p:sp>
      <p:sp>
        <p:nvSpPr>
          <p:cNvPr id="9" name="TextBox 8">
            <a:extLst>
              <a:ext uri="{FF2B5EF4-FFF2-40B4-BE49-F238E27FC236}">
                <a16:creationId xmlns:a16="http://schemas.microsoft.com/office/drawing/2014/main" id="{C3E1E9D5-EE9E-C037-4C5D-FFF4157DC879}"/>
              </a:ext>
            </a:extLst>
          </p:cNvPr>
          <p:cNvSpPr txBox="1"/>
          <p:nvPr/>
        </p:nvSpPr>
        <p:spPr>
          <a:xfrm>
            <a:off x="429906" y="1734528"/>
            <a:ext cx="2313296" cy="2616101"/>
          </a:xfrm>
          <a:prstGeom prst="rect">
            <a:avLst/>
          </a:prstGeom>
          <a:noFill/>
        </p:spPr>
        <p:txBody>
          <a:bodyPr wrap="square" lIns="0" tIns="0" rIns="0" bIns="0" rtlCol="0" anchor="b">
            <a:spAutoFit/>
          </a:bodyPr>
          <a:lstStyle/>
          <a:p>
            <a:r>
              <a:rPr lang="en-US" b="1" cap="all" dirty="0"/>
              <a:t>Purpose</a:t>
            </a:r>
            <a:endParaRPr lang="en-US" sz="800" dirty="0"/>
          </a:p>
          <a:p>
            <a:r>
              <a:rPr lang="en-US" b="1" cap="all" dirty="0"/>
              <a:t>Translate recognition into detection</a:t>
            </a:r>
          </a:p>
          <a:p>
            <a:r>
              <a:rPr lang="en-US" dirty="0"/>
              <a:t>Integrate the selected aptamers into a strip-based assay that generates a visible detection signal.</a:t>
            </a:r>
          </a:p>
          <a:p>
            <a:pPr algn="l"/>
            <a:endParaRPr lang="en-US" sz="800" dirty="0">
              <a:solidFill>
                <a:schemeClr val="tx2">
                  <a:lumMod val="60000"/>
                  <a:lumOff val="40000"/>
                </a:schemeClr>
              </a:solidFill>
              <a:latin typeface="+mn-lt"/>
            </a:endParaRPr>
          </a:p>
        </p:txBody>
      </p:sp>
      <p:sp>
        <p:nvSpPr>
          <p:cNvPr id="10" name="TextBox 9">
            <a:extLst>
              <a:ext uri="{FF2B5EF4-FFF2-40B4-BE49-F238E27FC236}">
                <a16:creationId xmlns:a16="http://schemas.microsoft.com/office/drawing/2014/main" id="{0ECCD53F-BFF1-5367-2F81-3FEB6F347893}"/>
              </a:ext>
            </a:extLst>
          </p:cNvPr>
          <p:cNvSpPr txBox="1"/>
          <p:nvPr/>
        </p:nvSpPr>
        <p:spPr>
          <a:xfrm>
            <a:off x="3439236" y="1399121"/>
            <a:ext cx="2393239" cy="2893100"/>
          </a:xfrm>
          <a:prstGeom prst="rect">
            <a:avLst/>
          </a:prstGeom>
          <a:noFill/>
        </p:spPr>
        <p:txBody>
          <a:bodyPr wrap="square" lIns="0" tIns="0" rIns="0" bIns="0" rtlCol="0" anchor="b">
            <a:spAutoFit/>
          </a:bodyPr>
          <a:lstStyle/>
          <a:p>
            <a:r>
              <a:rPr lang="en-US" b="1" cap="all" dirty="0"/>
              <a:t>General approach</a:t>
            </a:r>
            <a:endParaRPr lang="en-US" sz="800" dirty="0"/>
          </a:p>
          <a:p>
            <a:r>
              <a:rPr lang="en-US" b="1" cap="all" dirty="0"/>
              <a:t>Build, </a:t>
            </a:r>
            <a:r>
              <a:rPr lang="en-US" b="1" cap="all" dirty="0" err="1"/>
              <a:t>optimise</a:t>
            </a:r>
            <a:r>
              <a:rPr lang="en-US" b="1" cap="all" dirty="0"/>
              <a:t> and validate</a:t>
            </a:r>
          </a:p>
          <a:p>
            <a:r>
              <a:rPr lang="en-US" dirty="0"/>
              <a:t>Develop the prototype, resolve stool-related flow and background problems, and evaluate analytical performance against RT-qPCR.</a:t>
            </a:r>
          </a:p>
          <a:p>
            <a:pPr algn="l"/>
            <a:endParaRPr lang="en-US" sz="800" dirty="0">
              <a:solidFill>
                <a:schemeClr val="tx2">
                  <a:lumMod val="60000"/>
                  <a:lumOff val="40000"/>
                </a:schemeClr>
              </a:solidFill>
              <a:latin typeface="+mn-lt"/>
            </a:endParaRPr>
          </a:p>
        </p:txBody>
      </p:sp>
      <p:sp>
        <p:nvSpPr>
          <p:cNvPr id="11" name="TextBox 10">
            <a:extLst>
              <a:ext uri="{FF2B5EF4-FFF2-40B4-BE49-F238E27FC236}">
                <a16:creationId xmlns:a16="http://schemas.microsoft.com/office/drawing/2014/main" id="{6C5E2D56-B858-9EB8-D208-EA4CD6E6B16E}"/>
              </a:ext>
            </a:extLst>
          </p:cNvPr>
          <p:cNvSpPr txBox="1"/>
          <p:nvPr/>
        </p:nvSpPr>
        <p:spPr>
          <a:xfrm>
            <a:off x="6353033" y="1168400"/>
            <a:ext cx="2265529" cy="3447098"/>
          </a:xfrm>
          <a:prstGeom prst="rect">
            <a:avLst/>
          </a:prstGeom>
          <a:noFill/>
        </p:spPr>
        <p:txBody>
          <a:bodyPr wrap="square" lIns="0" tIns="0" rIns="0" bIns="0" rtlCol="0" anchor="b">
            <a:spAutoFit/>
          </a:bodyPr>
          <a:lstStyle/>
          <a:p>
            <a:r>
              <a:rPr lang="en-US" b="1" cap="all" dirty="0"/>
              <a:t>Expected contribution</a:t>
            </a:r>
            <a:endParaRPr lang="en-US" sz="800" dirty="0"/>
          </a:p>
          <a:p>
            <a:r>
              <a:rPr lang="en-US" b="1" cap="all" dirty="0"/>
              <a:t>Establish a modular platform</a:t>
            </a:r>
          </a:p>
          <a:p>
            <a:r>
              <a:rPr lang="en-US" dirty="0"/>
              <a:t>Validate the norovirus assay, assess multiplex feasibility and explore performance on naturally positive samples.</a:t>
            </a:r>
          </a:p>
          <a:p>
            <a:pPr algn="l"/>
            <a:endParaRPr lang="en-US" sz="800" dirty="0">
              <a:solidFill>
                <a:schemeClr val="tx2">
                  <a:lumMod val="60000"/>
                  <a:lumOff val="40000"/>
                </a:schemeClr>
              </a:solidFill>
              <a:latin typeface="+mn-lt"/>
            </a:endParaRPr>
          </a:p>
        </p:txBody>
      </p:sp>
    </p:spTree>
    <p:extLst>
      <p:ext uri="{BB962C8B-B14F-4D97-AF65-F5344CB8AC3E}">
        <p14:creationId xmlns:p14="http://schemas.microsoft.com/office/powerpoint/2010/main" val="34522651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87CC9-06CC-5480-3348-CDB2D107FD58}"/>
              </a:ext>
            </a:extLst>
          </p:cNvPr>
          <p:cNvSpPr>
            <a:spLocks noGrp="1"/>
          </p:cNvSpPr>
          <p:nvPr>
            <p:ph type="title"/>
          </p:nvPr>
        </p:nvSpPr>
        <p:spPr/>
        <p:txBody>
          <a:bodyPr/>
          <a:lstStyle/>
          <a:p>
            <a:r>
              <a:rPr lang="en-US" dirty="0"/>
              <a:t>How to make them comparable?</a:t>
            </a:r>
          </a:p>
        </p:txBody>
      </p:sp>
      <p:pic>
        <p:nvPicPr>
          <p:cNvPr id="10" name="Content Placeholder 9">
            <a:extLst>
              <a:ext uri="{FF2B5EF4-FFF2-40B4-BE49-F238E27FC236}">
                <a16:creationId xmlns:a16="http://schemas.microsoft.com/office/drawing/2014/main" id="{C09D477B-8F00-FA0B-E0DD-14ABB3EC576E}"/>
              </a:ext>
            </a:extLst>
          </p:cNvPr>
          <p:cNvPicPr>
            <a:picLocks noGrp="1" noChangeAspect="1"/>
          </p:cNvPicPr>
          <p:nvPr>
            <p:ph sz="quarter" idx="15"/>
          </p:nvPr>
        </p:nvPicPr>
        <p:blipFill>
          <a:blip r:embed="rId2" cstate="print">
            <a:extLst>
              <a:ext uri="{28A0092B-C50C-407E-A947-70E740481C1C}">
                <a14:useLocalDpi xmlns:a14="http://schemas.microsoft.com/office/drawing/2010/main" val="0"/>
              </a:ext>
            </a:extLst>
          </a:blip>
          <a:srcRect t="6208" b="14874"/>
          <a:stretch>
            <a:fillRect/>
          </a:stretch>
        </p:blipFill>
        <p:spPr>
          <a:xfrm>
            <a:off x="764347" y="926795"/>
            <a:ext cx="7274719" cy="3827372"/>
          </a:xfrm>
          <a:prstGeom prst="rect">
            <a:avLst/>
          </a:prstGeom>
        </p:spPr>
      </p:pic>
      <p:sp>
        <p:nvSpPr>
          <p:cNvPr id="4" name="Content Placeholder 3">
            <a:extLst>
              <a:ext uri="{FF2B5EF4-FFF2-40B4-BE49-F238E27FC236}">
                <a16:creationId xmlns:a16="http://schemas.microsoft.com/office/drawing/2014/main" id="{55E264D2-DE13-B86C-407F-26E9B3139F49}"/>
              </a:ext>
            </a:extLst>
          </p:cNvPr>
          <p:cNvSpPr>
            <a:spLocks noGrp="1"/>
          </p:cNvSpPr>
          <p:nvPr>
            <p:ph sz="quarter" idx="16"/>
          </p:nvPr>
        </p:nvSpPr>
        <p:spPr/>
        <p:txBody>
          <a:bodyPr/>
          <a:lstStyle/>
          <a:p>
            <a:endParaRPr lang="en-US" dirty="0"/>
          </a:p>
        </p:txBody>
      </p:sp>
      <p:sp>
        <p:nvSpPr>
          <p:cNvPr id="6" name="Text Placeholder 5">
            <a:extLst>
              <a:ext uri="{FF2B5EF4-FFF2-40B4-BE49-F238E27FC236}">
                <a16:creationId xmlns:a16="http://schemas.microsoft.com/office/drawing/2014/main" id="{3A08483C-0498-6A49-BC72-51CAD0E90D52}"/>
              </a:ext>
            </a:extLst>
          </p:cNvPr>
          <p:cNvSpPr>
            <a:spLocks noGrp="1"/>
          </p:cNvSpPr>
          <p:nvPr>
            <p:ph type="body" idx="28"/>
          </p:nvPr>
        </p:nvSpPr>
        <p:spPr/>
        <p:txBody>
          <a:bodyPr/>
          <a:lstStyle/>
          <a:p>
            <a:r>
              <a:rPr lang="en-US" dirty="0"/>
              <a:t>the buffer can affect the structure of the aptamer</a:t>
            </a:r>
          </a:p>
          <a:p>
            <a:endParaRPr lang="en-US" dirty="0"/>
          </a:p>
        </p:txBody>
      </p:sp>
      <p:sp>
        <p:nvSpPr>
          <p:cNvPr id="7" name="Footer Placeholder 6">
            <a:extLst>
              <a:ext uri="{FF2B5EF4-FFF2-40B4-BE49-F238E27FC236}">
                <a16:creationId xmlns:a16="http://schemas.microsoft.com/office/drawing/2014/main" id="{60C9ADA3-A052-10F7-15F1-B229338CFF18}"/>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4AA92431-F10B-199C-3BBA-6FCCE43CB090}"/>
              </a:ext>
            </a:extLst>
          </p:cNvPr>
          <p:cNvSpPr>
            <a:spLocks noGrp="1"/>
          </p:cNvSpPr>
          <p:nvPr>
            <p:ph type="sldNum" sz="quarter" idx="4"/>
          </p:nvPr>
        </p:nvSpPr>
        <p:spPr/>
        <p:txBody>
          <a:bodyPr/>
          <a:lstStyle/>
          <a:p>
            <a:fld id="{F4669F32-90E1-ED4F-B6D9-07697D6A4E9E}" type="slidenum">
              <a:rPr lang="en-GB" smtClean="0"/>
              <a:pPr/>
              <a:t>15</a:t>
            </a:fld>
            <a:endParaRPr lang="en-GB" dirty="0"/>
          </a:p>
        </p:txBody>
      </p:sp>
    </p:spTree>
    <p:extLst>
      <p:ext uri="{BB962C8B-B14F-4D97-AF65-F5344CB8AC3E}">
        <p14:creationId xmlns:p14="http://schemas.microsoft.com/office/powerpoint/2010/main" val="317517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65F37-CCE7-44D1-6604-5F632DA7B8B5}"/>
              </a:ext>
            </a:extLst>
          </p:cNvPr>
          <p:cNvSpPr>
            <a:spLocks noGrp="1"/>
          </p:cNvSpPr>
          <p:nvPr>
            <p:ph type="title"/>
          </p:nvPr>
        </p:nvSpPr>
        <p:spPr/>
        <p:txBody>
          <a:bodyPr/>
          <a:lstStyle/>
          <a:p>
            <a:r>
              <a:rPr lang="en-US" b="1" dirty="0"/>
              <a:t>How does salt affect aptamer binding?</a:t>
            </a:r>
            <a:br>
              <a:rPr lang="en-US" b="1" dirty="0"/>
            </a:br>
            <a:endParaRPr lang="en-US" dirty="0"/>
          </a:p>
        </p:txBody>
      </p:sp>
      <p:pic>
        <p:nvPicPr>
          <p:cNvPr id="10" name="Content Placeholder 9">
            <a:extLst>
              <a:ext uri="{FF2B5EF4-FFF2-40B4-BE49-F238E27FC236}">
                <a16:creationId xmlns:a16="http://schemas.microsoft.com/office/drawing/2014/main" id="{FD228FA6-8DD6-9503-FDBC-F0F28CABDFC8}"/>
              </a:ext>
            </a:extLst>
          </p:cNvPr>
          <p:cNvPicPr>
            <a:picLocks noGrp="1" noChangeAspect="1"/>
          </p:cNvPicPr>
          <p:nvPr>
            <p:ph sz="quarter" idx="15"/>
          </p:nvPr>
        </p:nvPicPr>
        <p:blipFill>
          <a:blip r:embed="rId3">
            <a:extLst>
              <a:ext uri="{28A0092B-C50C-407E-A947-70E740481C1C}">
                <a14:useLocalDpi xmlns:a14="http://schemas.microsoft.com/office/drawing/2010/main" val="0"/>
              </a:ext>
            </a:extLst>
          </a:blip>
          <a:srcRect t="7749" b="20878"/>
          <a:stretch>
            <a:fillRect/>
          </a:stretch>
        </p:blipFill>
        <p:spPr>
          <a:xfrm>
            <a:off x="505797" y="1158478"/>
            <a:ext cx="8132406" cy="3266679"/>
          </a:xfrm>
          <a:prstGeom prst="rect">
            <a:avLst/>
          </a:prstGeom>
        </p:spPr>
      </p:pic>
      <p:sp>
        <p:nvSpPr>
          <p:cNvPr id="4" name="Content Placeholder 3">
            <a:extLst>
              <a:ext uri="{FF2B5EF4-FFF2-40B4-BE49-F238E27FC236}">
                <a16:creationId xmlns:a16="http://schemas.microsoft.com/office/drawing/2014/main" id="{D9CD0499-3B1C-078E-51EE-8C330D694AFE}"/>
              </a:ext>
            </a:extLst>
          </p:cNvPr>
          <p:cNvSpPr>
            <a:spLocks noGrp="1"/>
          </p:cNvSpPr>
          <p:nvPr>
            <p:ph sz="quarter" idx="16"/>
          </p:nvPr>
        </p:nvSpPr>
        <p:spPr/>
        <p:txBody>
          <a:bodyPr/>
          <a:lstStyle/>
          <a:p>
            <a:endParaRPr lang="en-US" dirty="0"/>
          </a:p>
        </p:txBody>
      </p:sp>
      <p:sp>
        <p:nvSpPr>
          <p:cNvPr id="5" name="Content Placeholder 4">
            <a:extLst>
              <a:ext uri="{FF2B5EF4-FFF2-40B4-BE49-F238E27FC236}">
                <a16:creationId xmlns:a16="http://schemas.microsoft.com/office/drawing/2014/main" id="{37291FA0-CE15-605C-F447-3D11455D5984}"/>
              </a:ext>
            </a:extLst>
          </p:cNvPr>
          <p:cNvSpPr>
            <a:spLocks noGrp="1"/>
          </p:cNvSpPr>
          <p:nvPr>
            <p:ph sz="quarter" idx="17"/>
          </p:nvPr>
        </p:nvSpPr>
        <p:spPr/>
        <p:txBody>
          <a:bodyPr/>
          <a:lstStyle/>
          <a:p>
            <a:endParaRPr lang="en-US" dirty="0"/>
          </a:p>
        </p:txBody>
      </p:sp>
      <p:sp>
        <p:nvSpPr>
          <p:cNvPr id="6" name="Text Placeholder 5">
            <a:extLst>
              <a:ext uri="{FF2B5EF4-FFF2-40B4-BE49-F238E27FC236}">
                <a16:creationId xmlns:a16="http://schemas.microsoft.com/office/drawing/2014/main" id="{1B89C406-9B84-883A-94B1-78C61011001C}"/>
              </a:ext>
            </a:extLst>
          </p:cNvPr>
          <p:cNvSpPr>
            <a:spLocks noGrp="1"/>
          </p:cNvSpPr>
          <p:nvPr>
            <p:ph type="body" idx="28"/>
          </p:nvPr>
        </p:nvSpPr>
        <p:spPr/>
        <p:txBody>
          <a:bodyPr/>
          <a:lstStyle/>
          <a:p>
            <a:endParaRPr lang="en-US"/>
          </a:p>
        </p:txBody>
      </p:sp>
      <p:sp>
        <p:nvSpPr>
          <p:cNvPr id="7" name="Footer Placeholder 6">
            <a:extLst>
              <a:ext uri="{FF2B5EF4-FFF2-40B4-BE49-F238E27FC236}">
                <a16:creationId xmlns:a16="http://schemas.microsoft.com/office/drawing/2014/main" id="{E0FF9BC2-8F85-7A6B-9E83-1B84BB357CEE}"/>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D417FCB8-5F71-5C35-098F-B2CAF522E083}"/>
              </a:ext>
            </a:extLst>
          </p:cNvPr>
          <p:cNvSpPr>
            <a:spLocks noGrp="1"/>
          </p:cNvSpPr>
          <p:nvPr>
            <p:ph type="sldNum" sz="quarter" idx="4"/>
          </p:nvPr>
        </p:nvSpPr>
        <p:spPr/>
        <p:txBody>
          <a:bodyPr/>
          <a:lstStyle/>
          <a:p>
            <a:fld id="{F4669F32-90E1-ED4F-B6D9-07697D6A4E9E}" type="slidenum">
              <a:rPr lang="en-GB" smtClean="0"/>
              <a:pPr/>
              <a:t>16</a:t>
            </a:fld>
            <a:endParaRPr lang="en-GB" dirty="0"/>
          </a:p>
        </p:txBody>
      </p:sp>
    </p:spTree>
    <p:extLst>
      <p:ext uri="{BB962C8B-B14F-4D97-AF65-F5344CB8AC3E}">
        <p14:creationId xmlns:p14="http://schemas.microsoft.com/office/powerpoint/2010/main" val="16676214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C33961-054B-5F97-84A9-25A60BD8B52C}"/>
              </a:ext>
            </a:extLst>
          </p:cNvPr>
          <p:cNvSpPr>
            <a:spLocks noGrp="1"/>
          </p:cNvSpPr>
          <p:nvPr>
            <p:ph type="title"/>
          </p:nvPr>
        </p:nvSpPr>
        <p:spPr/>
        <p:txBody>
          <a:bodyPr/>
          <a:lstStyle/>
          <a:p>
            <a:r>
              <a:rPr lang="en-US" dirty="0"/>
              <a:t>The type of the ion matter </a:t>
            </a:r>
          </a:p>
        </p:txBody>
      </p:sp>
      <p:pic>
        <p:nvPicPr>
          <p:cNvPr id="10" name="Content Placeholder 9">
            <a:extLst>
              <a:ext uri="{FF2B5EF4-FFF2-40B4-BE49-F238E27FC236}">
                <a16:creationId xmlns:a16="http://schemas.microsoft.com/office/drawing/2014/main" id="{01E53F06-1976-E033-F833-38EFFEE5283C}"/>
              </a:ext>
            </a:extLst>
          </p:cNvPr>
          <p:cNvPicPr>
            <a:picLocks noGrp="1" noChangeAspect="1"/>
          </p:cNvPicPr>
          <p:nvPr>
            <p:ph sz="quarter" idx="15"/>
          </p:nvPr>
        </p:nvPicPr>
        <p:blipFill>
          <a:blip r:embed="rId2">
            <a:extLst>
              <a:ext uri="{28A0092B-C50C-407E-A947-70E740481C1C}">
                <a14:useLocalDpi xmlns:a14="http://schemas.microsoft.com/office/drawing/2010/main" val="0"/>
              </a:ext>
            </a:extLst>
          </a:blip>
          <a:srcRect t="12850" b="14888"/>
          <a:stretch>
            <a:fillRect/>
          </a:stretch>
        </p:blipFill>
        <p:spPr>
          <a:xfrm>
            <a:off x="764347" y="1279235"/>
            <a:ext cx="7341832" cy="2985847"/>
          </a:xfrm>
          <a:prstGeom prst="rect">
            <a:avLst/>
          </a:prstGeom>
        </p:spPr>
      </p:pic>
      <p:sp>
        <p:nvSpPr>
          <p:cNvPr id="4" name="Content Placeholder 3">
            <a:extLst>
              <a:ext uri="{FF2B5EF4-FFF2-40B4-BE49-F238E27FC236}">
                <a16:creationId xmlns:a16="http://schemas.microsoft.com/office/drawing/2014/main" id="{70BC36E3-871A-FA4C-2250-D8CAE80E67C8}"/>
              </a:ext>
            </a:extLst>
          </p:cNvPr>
          <p:cNvSpPr>
            <a:spLocks noGrp="1"/>
          </p:cNvSpPr>
          <p:nvPr>
            <p:ph sz="quarter" idx="16"/>
          </p:nvPr>
        </p:nvSpPr>
        <p:spPr/>
        <p:txBody>
          <a:bodyPr/>
          <a:lstStyle/>
          <a:p>
            <a:endParaRPr lang="en-US" dirty="0"/>
          </a:p>
        </p:txBody>
      </p:sp>
      <p:sp>
        <p:nvSpPr>
          <p:cNvPr id="5" name="Content Placeholder 4">
            <a:extLst>
              <a:ext uri="{FF2B5EF4-FFF2-40B4-BE49-F238E27FC236}">
                <a16:creationId xmlns:a16="http://schemas.microsoft.com/office/drawing/2014/main" id="{0F640B92-1DEA-AD79-6F32-C04B0D0BA723}"/>
              </a:ext>
            </a:extLst>
          </p:cNvPr>
          <p:cNvSpPr>
            <a:spLocks noGrp="1"/>
          </p:cNvSpPr>
          <p:nvPr>
            <p:ph sz="quarter" idx="17"/>
          </p:nvPr>
        </p:nvSpPr>
        <p:spPr/>
        <p:txBody>
          <a:bodyPr/>
          <a:lstStyle/>
          <a:p>
            <a:endParaRPr lang="en-US" dirty="0"/>
          </a:p>
        </p:txBody>
      </p:sp>
      <p:sp>
        <p:nvSpPr>
          <p:cNvPr id="6" name="Text Placeholder 5">
            <a:extLst>
              <a:ext uri="{FF2B5EF4-FFF2-40B4-BE49-F238E27FC236}">
                <a16:creationId xmlns:a16="http://schemas.microsoft.com/office/drawing/2014/main" id="{C4A479BB-7070-AC02-8DA5-C961CD76A20F}"/>
              </a:ext>
            </a:extLst>
          </p:cNvPr>
          <p:cNvSpPr>
            <a:spLocks noGrp="1"/>
          </p:cNvSpPr>
          <p:nvPr>
            <p:ph type="body" idx="28"/>
          </p:nvPr>
        </p:nvSpPr>
        <p:spPr/>
        <p:txBody>
          <a:bodyPr/>
          <a:lstStyle/>
          <a:p>
            <a:endParaRPr lang="en-US"/>
          </a:p>
        </p:txBody>
      </p:sp>
      <p:sp>
        <p:nvSpPr>
          <p:cNvPr id="7" name="Footer Placeholder 6">
            <a:extLst>
              <a:ext uri="{FF2B5EF4-FFF2-40B4-BE49-F238E27FC236}">
                <a16:creationId xmlns:a16="http://schemas.microsoft.com/office/drawing/2014/main" id="{C23D66FA-DCCE-2FAE-0214-E754159BA54D}"/>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7329B662-8B7E-183C-3D50-7C2574EDD5EC}"/>
              </a:ext>
            </a:extLst>
          </p:cNvPr>
          <p:cNvSpPr>
            <a:spLocks noGrp="1"/>
          </p:cNvSpPr>
          <p:nvPr>
            <p:ph type="sldNum" sz="quarter" idx="4"/>
          </p:nvPr>
        </p:nvSpPr>
        <p:spPr/>
        <p:txBody>
          <a:bodyPr/>
          <a:lstStyle/>
          <a:p>
            <a:fld id="{F4669F32-90E1-ED4F-B6D9-07697D6A4E9E}" type="slidenum">
              <a:rPr lang="en-GB" smtClean="0"/>
              <a:pPr/>
              <a:t>17</a:t>
            </a:fld>
            <a:endParaRPr lang="en-GB" dirty="0"/>
          </a:p>
        </p:txBody>
      </p:sp>
    </p:spTree>
    <p:extLst>
      <p:ext uri="{BB962C8B-B14F-4D97-AF65-F5344CB8AC3E}">
        <p14:creationId xmlns:p14="http://schemas.microsoft.com/office/powerpoint/2010/main" val="3880840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539EBE-5BE0-DCCA-1462-3AB4C6A86E41}"/>
              </a:ext>
            </a:extLst>
          </p:cNvPr>
          <p:cNvSpPr>
            <a:spLocks noGrp="1"/>
          </p:cNvSpPr>
          <p:nvPr>
            <p:ph type="title"/>
          </p:nvPr>
        </p:nvSpPr>
        <p:spPr/>
        <p:txBody>
          <a:bodyPr/>
          <a:lstStyle/>
          <a:p>
            <a:endParaRPr lang="en-US"/>
          </a:p>
        </p:txBody>
      </p:sp>
      <p:pic>
        <p:nvPicPr>
          <p:cNvPr id="10" name="Content Placeholder 9">
            <a:extLst>
              <a:ext uri="{FF2B5EF4-FFF2-40B4-BE49-F238E27FC236}">
                <a16:creationId xmlns:a16="http://schemas.microsoft.com/office/drawing/2014/main" id="{F28B6A98-45FC-E041-4CD9-7D24A00AB43E}"/>
              </a:ext>
            </a:extLst>
          </p:cNvPr>
          <p:cNvPicPr>
            <a:picLocks noGrp="1" noChangeAspect="1"/>
          </p:cNvPicPr>
          <p:nvPr>
            <p:ph sz="quarter" idx="15"/>
          </p:nvPr>
        </p:nvPicPr>
        <p:blipFill>
          <a:blip r:embed="rId2">
            <a:extLst>
              <a:ext uri="{28A0092B-C50C-407E-A947-70E740481C1C}">
                <a14:useLocalDpi xmlns:a14="http://schemas.microsoft.com/office/drawing/2010/main" val="0"/>
              </a:ext>
            </a:extLst>
          </a:blip>
          <a:srcRect b="24446"/>
          <a:stretch>
            <a:fillRect/>
          </a:stretch>
        </p:blipFill>
        <p:spPr>
          <a:xfrm>
            <a:off x="558245" y="915988"/>
            <a:ext cx="7863136" cy="3345510"/>
          </a:xfrm>
          <a:prstGeom prst="rect">
            <a:avLst/>
          </a:prstGeom>
        </p:spPr>
      </p:pic>
      <p:sp>
        <p:nvSpPr>
          <p:cNvPr id="6" name="Text Placeholder 5">
            <a:extLst>
              <a:ext uri="{FF2B5EF4-FFF2-40B4-BE49-F238E27FC236}">
                <a16:creationId xmlns:a16="http://schemas.microsoft.com/office/drawing/2014/main" id="{41140868-3962-93AC-CE5A-4506F9194E34}"/>
              </a:ext>
            </a:extLst>
          </p:cNvPr>
          <p:cNvSpPr>
            <a:spLocks noGrp="1"/>
          </p:cNvSpPr>
          <p:nvPr>
            <p:ph type="body" idx="28"/>
          </p:nvPr>
        </p:nvSpPr>
        <p:spPr>
          <a:xfrm>
            <a:off x="361225" y="658268"/>
            <a:ext cx="8424000" cy="252412"/>
          </a:xfrm>
        </p:spPr>
        <p:txBody>
          <a:bodyPr/>
          <a:lstStyle/>
          <a:p>
            <a:endParaRPr lang="en-US" dirty="0"/>
          </a:p>
        </p:txBody>
      </p:sp>
      <p:sp>
        <p:nvSpPr>
          <p:cNvPr id="7" name="Footer Placeholder 6">
            <a:extLst>
              <a:ext uri="{FF2B5EF4-FFF2-40B4-BE49-F238E27FC236}">
                <a16:creationId xmlns:a16="http://schemas.microsoft.com/office/drawing/2014/main" id="{31695457-5B13-315E-10B9-36A68FAEDE15}"/>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ACCAF7CF-A8BB-A8CD-C3D6-E22AC8BDD52A}"/>
              </a:ext>
            </a:extLst>
          </p:cNvPr>
          <p:cNvSpPr>
            <a:spLocks noGrp="1"/>
          </p:cNvSpPr>
          <p:nvPr>
            <p:ph type="sldNum" sz="quarter" idx="4"/>
          </p:nvPr>
        </p:nvSpPr>
        <p:spPr/>
        <p:txBody>
          <a:bodyPr/>
          <a:lstStyle/>
          <a:p>
            <a:fld id="{F4669F32-90E1-ED4F-B6D9-07697D6A4E9E}" type="slidenum">
              <a:rPr lang="en-GB" smtClean="0"/>
              <a:pPr/>
              <a:t>18</a:t>
            </a:fld>
            <a:endParaRPr lang="en-GB" dirty="0"/>
          </a:p>
        </p:txBody>
      </p:sp>
    </p:spTree>
    <p:extLst>
      <p:ext uri="{BB962C8B-B14F-4D97-AF65-F5344CB8AC3E}">
        <p14:creationId xmlns:p14="http://schemas.microsoft.com/office/powerpoint/2010/main" val="15560265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BE262-5972-3FA1-C6CE-B2742E93A91E}"/>
              </a:ext>
            </a:extLst>
          </p:cNvPr>
          <p:cNvSpPr>
            <a:spLocks noGrp="1"/>
          </p:cNvSpPr>
          <p:nvPr>
            <p:ph type="title"/>
          </p:nvPr>
        </p:nvSpPr>
        <p:spPr/>
        <p:txBody>
          <a:bodyPr/>
          <a:lstStyle/>
          <a:p>
            <a:r>
              <a:rPr lang="en-US" b="1" cap="all" dirty="0"/>
              <a:t>Assessing viral risk in healthy adults’ stools</a:t>
            </a:r>
            <a:br>
              <a:rPr lang="en-US" b="1" cap="all" dirty="0"/>
            </a:br>
            <a:endParaRPr lang="en-US" dirty="0"/>
          </a:p>
        </p:txBody>
      </p:sp>
      <p:sp>
        <p:nvSpPr>
          <p:cNvPr id="6" name="Text Placeholder 5">
            <a:extLst>
              <a:ext uri="{FF2B5EF4-FFF2-40B4-BE49-F238E27FC236}">
                <a16:creationId xmlns:a16="http://schemas.microsoft.com/office/drawing/2014/main" id="{4B7DB56D-D059-4BA5-27BF-9702DFF96592}"/>
              </a:ext>
            </a:extLst>
          </p:cNvPr>
          <p:cNvSpPr>
            <a:spLocks noGrp="1"/>
          </p:cNvSpPr>
          <p:nvPr>
            <p:ph type="body" idx="28"/>
          </p:nvPr>
        </p:nvSpPr>
        <p:spPr/>
        <p:txBody>
          <a:bodyPr/>
          <a:lstStyle/>
          <a:p>
            <a:r>
              <a:rPr lang="en-US" b="0" dirty="0"/>
              <a:t>Establish the biological context for the rapid test: which viruses need to be detected, and at what levels?</a:t>
            </a:r>
            <a:endParaRPr lang="en-US" dirty="0"/>
          </a:p>
        </p:txBody>
      </p:sp>
      <p:sp>
        <p:nvSpPr>
          <p:cNvPr id="7" name="Footer Placeholder 6">
            <a:extLst>
              <a:ext uri="{FF2B5EF4-FFF2-40B4-BE49-F238E27FC236}">
                <a16:creationId xmlns:a16="http://schemas.microsoft.com/office/drawing/2014/main" id="{825121C9-00D5-3AED-D72F-D82B0A0DA8FF}"/>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DFA68C72-732E-71AF-BAB9-D75D31D03679}"/>
              </a:ext>
            </a:extLst>
          </p:cNvPr>
          <p:cNvSpPr>
            <a:spLocks noGrp="1"/>
          </p:cNvSpPr>
          <p:nvPr>
            <p:ph type="sldNum" sz="quarter" idx="4"/>
          </p:nvPr>
        </p:nvSpPr>
        <p:spPr/>
        <p:txBody>
          <a:bodyPr/>
          <a:lstStyle/>
          <a:p>
            <a:fld id="{F4669F32-90E1-ED4F-B6D9-07697D6A4E9E}" type="slidenum">
              <a:rPr lang="en-GB" smtClean="0"/>
              <a:pPr/>
              <a:t>19</a:t>
            </a:fld>
            <a:endParaRPr lang="en-GB" dirty="0"/>
          </a:p>
        </p:txBody>
      </p:sp>
      <p:sp>
        <p:nvSpPr>
          <p:cNvPr id="9" name="TextBox 8">
            <a:extLst>
              <a:ext uri="{FF2B5EF4-FFF2-40B4-BE49-F238E27FC236}">
                <a16:creationId xmlns:a16="http://schemas.microsoft.com/office/drawing/2014/main" id="{332BEA5A-0132-135D-D3B8-90DB4A16FA13}"/>
              </a:ext>
            </a:extLst>
          </p:cNvPr>
          <p:cNvSpPr txBox="1"/>
          <p:nvPr/>
        </p:nvSpPr>
        <p:spPr>
          <a:xfrm>
            <a:off x="558245" y="1537990"/>
            <a:ext cx="2183641" cy="2769989"/>
          </a:xfrm>
          <a:prstGeom prst="rect">
            <a:avLst/>
          </a:prstGeom>
          <a:noFill/>
        </p:spPr>
        <p:txBody>
          <a:bodyPr wrap="square" lIns="0" tIns="0" rIns="0" bIns="0" rtlCol="0" anchor="b">
            <a:spAutoFit/>
          </a:bodyPr>
          <a:lstStyle/>
          <a:p>
            <a:r>
              <a:rPr lang="en-US" b="1" cap="all" dirty="0"/>
              <a:t>Purpose</a:t>
            </a:r>
            <a:endParaRPr lang="en-US" sz="800" dirty="0"/>
          </a:p>
          <a:p>
            <a:r>
              <a:rPr lang="en-US" b="1" cap="all" dirty="0" err="1"/>
              <a:t>Characterise</a:t>
            </a:r>
            <a:r>
              <a:rPr lang="en-US" b="1" cap="all" dirty="0"/>
              <a:t> the viral burden</a:t>
            </a:r>
          </a:p>
          <a:p>
            <a:r>
              <a:rPr lang="en-US" dirty="0"/>
              <a:t>Assess the presence and viral loads of enteric viruses in stool samples from healthy, asymptomatic adults.</a:t>
            </a:r>
          </a:p>
        </p:txBody>
      </p:sp>
      <p:sp>
        <p:nvSpPr>
          <p:cNvPr id="11" name="TextBox 10">
            <a:extLst>
              <a:ext uri="{FF2B5EF4-FFF2-40B4-BE49-F238E27FC236}">
                <a16:creationId xmlns:a16="http://schemas.microsoft.com/office/drawing/2014/main" id="{12C193DE-3BCC-6BA5-5FE7-894F70440853}"/>
              </a:ext>
            </a:extLst>
          </p:cNvPr>
          <p:cNvSpPr txBox="1"/>
          <p:nvPr/>
        </p:nvSpPr>
        <p:spPr>
          <a:xfrm>
            <a:off x="3321287" y="1415339"/>
            <a:ext cx="2511188" cy="2893100"/>
          </a:xfrm>
          <a:prstGeom prst="rect">
            <a:avLst/>
          </a:prstGeom>
          <a:noFill/>
        </p:spPr>
        <p:txBody>
          <a:bodyPr wrap="square" lIns="0" tIns="0" rIns="0" bIns="0" rtlCol="0" anchor="b">
            <a:spAutoFit/>
          </a:bodyPr>
          <a:lstStyle/>
          <a:p>
            <a:r>
              <a:rPr lang="en-US" b="1" cap="all" dirty="0"/>
              <a:t>General approach</a:t>
            </a:r>
            <a:endParaRPr lang="en-US" sz="800" dirty="0"/>
          </a:p>
          <a:p>
            <a:r>
              <a:rPr lang="en-US" b="1" cap="all" dirty="0"/>
              <a:t>Targeted and broader screening</a:t>
            </a:r>
          </a:p>
          <a:p>
            <a:r>
              <a:rPr lang="en-US" dirty="0"/>
              <a:t>Use RT-</a:t>
            </a:r>
            <a:r>
              <a:rPr lang="en-US" dirty="0" err="1"/>
              <a:t>ddPCR</a:t>
            </a:r>
            <a:r>
              <a:rPr lang="en-US" dirty="0"/>
              <a:t> for selected viruses and viral metagenomics on a subset to explore viruses beyond the targeted panel.</a:t>
            </a:r>
          </a:p>
          <a:p>
            <a:pPr algn="l"/>
            <a:endParaRPr lang="en-US" sz="800" dirty="0">
              <a:solidFill>
                <a:schemeClr val="tx2">
                  <a:lumMod val="60000"/>
                  <a:lumOff val="40000"/>
                </a:schemeClr>
              </a:solidFill>
              <a:latin typeface="+mn-lt"/>
            </a:endParaRPr>
          </a:p>
        </p:txBody>
      </p:sp>
      <p:sp>
        <p:nvSpPr>
          <p:cNvPr id="14" name="TextBox 13">
            <a:extLst>
              <a:ext uri="{FF2B5EF4-FFF2-40B4-BE49-F238E27FC236}">
                <a16:creationId xmlns:a16="http://schemas.microsoft.com/office/drawing/2014/main" id="{7AB6CB08-43BB-B59F-DE9D-54887781BE96}"/>
              </a:ext>
            </a:extLst>
          </p:cNvPr>
          <p:cNvSpPr txBox="1"/>
          <p:nvPr/>
        </p:nvSpPr>
        <p:spPr>
          <a:xfrm>
            <a:off x="6346161" y="1476038"/>
            <a:ext cx="2511188" cy="2893100"/>
          </a:xfrm>
          <a:prstGeom prst="rect">
            <a:avLst/>
          </a:prstGeom>
          <a:noFill/>
        </p:spPr>
        <p:txBody>
          <a:bodyPr wrap="square" lIns="0" tIns="0" rIns="0" bIns="0" rtlCol="0" anchor="b">
            <a:spAutoFit/>
          </a:bodyPr>
          <a:lstStyle/>
          <a:p>
            <a:r>
              <a:rPr lang="en-US" b="1" cap="all" dirty="0"/>
              <a:t>Expected contribution</a:t>
            </a:r>
            <a:endParaRPr lang="en-US" sz="800" dirty="0"/>
          </a:p>
          <a:p>
            <a:r>
              <a:rPr lang="en-US" b="1" cap="all" dirty="0"/>
              <a:t>Inform diagnostic needs</a:t>
            </a:r>
          </a:p>
          <a:p>
            <a:r>
              <a:rPr lang="en-US" dirty="0"/>
              <a:t>Provide viral-load data and naturally positive samples to inform the development and evaluation of the rapid assay.</a:t>
            </a:r>
          </a:p>
          <a:p>
            <a:pPr algn="l"/>
            <a:endParaRPr lang="en-US" sz="800" dirty="0">
              <a:solidFill>
                <a:schemeClr val="tx2">
                  <a:lumMod val="60000"/>
                  <a:lumOff val="40000"/>
                </a:schemeClr>
              </a:solidFill>
              <a:latin typeface="+mn-lt"/>
            </a:endParaRPr>
          </a:p>
        </p:txBody>
      </p:sp>
    </p:spTree>
    <p:extLst>
      <p:ext uri="{BB962C8B-B14F-4D97-AF65-F5344CB8AC3E}">
        <p14:creationId xmlns:p14="http://schemas.microsoft.com/office/powerpoint/2010/main" val="12584012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62EB9-AAA4-BF84-3401-23B7DBDB9728}"/>
              </a:ext>
            </a:extLst>
          </p:cNvPr>
          <p:cNvSpPr>
            <a:spLocks noGrp="1"/>
          </p:cNvSpPr>
          <p:nvPr>
            <p:ph type="title"/>
          </p:nvPr>
        </p:nvSpPr>
        <p:spPr/>
        <p:txBody>
          <a:bodyPr/>
          <a:lstStyle/>
          <a:p>
            <a:pPr marL="0" marR="0" indent="0">
              <a:spcBef>
                <a:spcPts val="1200"/>
              </a:spcBef>
              <a:spcAft>
                <a:spcPts val="1200"/>
              </a:spcAft>
            </a:pPr>
            <a:r>
              <a:rPr lang="en-US" sz="2800" b="1" i="0" cap="all" dirty="0">
                <a:solidFill>
                  <a:srgbClr val="537992"/>
                </a:solidFill>
                <a:effectLst/>
                <a:latin typeface="Bebas Neue" panose="020B0606020202050201" pitchFamily="34" charset="0"/>
              </a:rPr>
              <a:t>Selecting aptamers that can work in stool</a:t>
            </a:r>
            <a:br>
              <a:rPr lang="en-US" sz="2800" b="1" i="0" cap="all" dirty="0">
                <a:solidFill>
                  <a:srgbClr val="537992"/>
                </a:solidFill>
                <a:effectLst/>
                <a:latin typeface="Bebas Neue" panose="020B0606020202050201" pitchFamily="34" charset="0"/>
              </a:rPr>
            </a:br>
            <a:endParaRPr lang="en-US" dirty="0"/>
          </a:p>
        </p:txBody>
      </p:sp>
      <p:sp>
        <p:nvSpPr>
          <p:cNvPr id="6" name="Text Placeholder 5">
            <a:extLst>
              <a:ext uri="{FF2B5EF4-FFF2-40B4-BE49-F238E27FC236}">
                <a16:creationId xmlns:a16="http://schemas.microsoft.com/office/drawing/2014/main" id="{973640D0-BA59-7C30-7B79-EC82658019D0}"/>
              </a:ext>
            </a:extLst>
          </p:cNvPr>
          <p:cNvSpPr>
            <a:spLocks noGrp="1"/>
          </p:cNvSpPr>
          <p:nvPr>
            <p:ph type="body" idx="28"/>
          </p:nvPr>
        </p:nvSpPr>
        <p:spPr/>
        <p:txBody>
          <a:bodyPr/>
          <a:lstStyle/>
          <a:p>
            <a:r>
              <a:rPr lang="en-US" b="0" dirty="0"/>
              <a:t>Before building a rapid test, we need recognition tools that remain functional in the sample we actually want to test.</a:t>
            </a:r>
            <a:endParaRPr lang="en-US" dirty="0"/>
          </a:p>
        </p:txBody>
      </p:sp>
      <p:sp>
        <p:nvSpPr>
          <p:cNvPr id="7" name="Footer Placeholder 6">
            <a:extLst>
              <a:ext uri="{FF2B5EF4-FFF2-40B4-BE49-F238E27FC236}">
                <a16:creationId xmlns:a16="http://schemas.microsoft.com/office/drawing/2014/main" id="{237B9E92-56FF-3269-4E06-12A9A6C1E5E3}"/>
              </a:ext>
            </a:extLst>
          </p:cNvPr>
          <p:cNvSpPr>
            <a:spLocks noGrp="1"/>
          </p:cNvSpPr>
          <p:nvPr>
            <p:ph type="ftr" sz="quarter" idx="3"/>
          </p:nvPr>
        </p:nvSpPr>
        <p:spPr/>
        <p:txBody>
          <a:bodyPr/>
          <a:lstStyle/>
          <a:p>
            <a:endParaRPr lang="en-GB" dirty="0"/>
          </a:p>
        </p:txBody>
      </p:sp>
      <p:sp>
        <p:nvSpPr>
          <p:cNvPr id="8" name="Slide Number Placeholder 7">
            <a:extLst>
              <a:ext uri="{FF2B5EF4-FFF2-40B4-BE49-F238E27FC236}">
                <a16:creationId xmlns:a16="http://schemas.microsoft.com/office/drawing/2014/main" id="{2161F444-D58F-CAB4-FAF9-3F75587D9BA0}"/>
              </a:ext>
            </a:extLst>
          </p:cNvPr>
          <p:cNvSpPr>
            <a:spLocks noGrp="1"/>
          </p:cNvSpPr>
          <p:nvPr>
            <p:ph type="sldNum" sz="quarter" idx="4"/>
          </p:nvPr>
        </p:nvSpPr>
        <p:spPr/>
        <p:txBody>
          <a:bodyPr/>
          <a:lstStyle/>
          <a:p>
            <a:fld id="{F4669F32-90E1-ED4F-B6D9-07697D6A4E9E}" type="slidenum">
              <a:rPr lang="en-GB" smtClean="0"/>
              <a:pPr/>
              <a:t>20</a:t>
            </a:fld>
            <a:endParaRPr lang="en-GB" dirty="0"/>
          </a:p>
        </p:txBody>
      </p:sp>
      <p:sp>
        <p:nvSpPr>
          <p:cNvPr id="9" name="TextBox 8">
            <a:extLst>
              <a:ext uri="{FF2B5EF4-FFF2-40B4-BE49-F238E27FC236}">
                <a16:creationId xmlns:a16="http://schemas.microsoft.com/office/drawing/2014/main" id="{ECB5EF9C-99E2-161B-1CCE-4EF65D118430}"/>
              </a:ext>
            </a:extLst>
          </p:cNvPr>
          <p:cNvSpPr txBox="1"/>
          <p:nvPr/>
        </p:nvSpPr>
        <p:spPr>
          <a:xfrm>
            <a:off x="477672" y="1848286"/>
            <a:ext cx="2204113" cy="2339102"/>
          </a:xfrm>
          <a:prstGeom prst="rect">
            <a:avLst/>
          </a:prstGeom>
          <a:noFill/>
        </p:spPr>
        <p:txBody>
          <a:bodyPr wrap="square" lIns="0" tIns="0" rIns="0" bIns="0" rtlCol="0" anchor="b">
            <a:spAutoFit/>
          </a:bodyPr>
          <a:lstStyle/>
          <a:p>
            <a:r>
              <a:rPr lang="en-US" b="1" dirty="0"/>
              <a:t>01 · ESTABLISH</a:t>
            </a:r>
            <a:endParaRPr lang="en-US" sz="800" dirty="0"/>
          </a:p>
          <a:p>
            <a:r>
              <a:rPr lang="en-US" b="1" cap="all" dirty="0"/>
              <a:t>Recognition in buffer</a:t>
            </a:r>
          </a:p>
          <a:p>
            <a:r>
              <a:rPr lang="en-US" dirty="0"/>
              <a:t>Compare candidate aptamers for target binding and specificity under controlled conditions.</a:t>
            </a:r>
          </a:p>
          <a:p>
            <a:pPr algn="l"/>
            <a:endParaRPr lang="en-US" sz="800" dirty="0">
              <a:solidFill>
                <a:schemeClr val="tx2">
                  <a:lumMod val="60000"/>
                  <a:lumOff val="40000"/>
                </a:schemeClr>
              </a:solidFill>
              <a:latin typeface="+mn-lt"/>
            </a:endParaRPr>
          </a:p>
        </p:txBody>
      </p:sp>
      <p:sp>
        <p:nvSpPr>
          <p:cNvPr id="10" name="TextBox 9">
            <a:extLst>
              <a:ext uri="{FF2B5EF4-FFF2-40B4-BE49-F238E27FC236}">
                <a16:creationId xmlns:a16="http://schemas.microsoft.com/office/drawing/2014/main" id="{84411FD5-C272-574E-DA8A-DA3A187ACF32}"/>
              </a:ext>
            </a:extLst>
          </p:cNvPr>
          <p:cNvSpPr txBox="1"/>
          <p:nvPr/>
        </p:nvSpPr>
        <p:spPr>
          <a:xfrm>
            <a:off x="3405116" y="1853771"/>
            <a:ext cx="2518777" cy="2062103"/>
          </a:xfrm>
          <a:prstGeom prst="rect">
            <a:avLst/>
          </a:prstGeom>
          <a:noFill/>
        </p:spPr>
        <p:txBody>
          <a:bodyPr wrap="square" lIns="0" tIns="0" rIns="0" bIns="0" rtlCol="0" anchor="b">
            <a:spAutoFit/>
          </a:bodyPr>
          <a:lstStyle/>
          <a:p>
            <a:r>
              <a:rPr lang="en-US" b="1" dirty="0"/>
              <a:t>02 · CHALLENGE</a:t>
            </a:r>
            <a:endParaRPr lang="en-US" sz="800" dirty="0"/>
          </a:p>
          <a:p>
            <a:r>
              <a:rPr lang="en-US" b="1" cap="all" dirty="0"/>
              <a:t>Performance in stool</a:t>
            </a:r>
          </a:p>
          <a:p>
            <a:r>
              <a:rPr lang="en-US" dirty="0"/>
              <a:t>Determine whether binding is retained when the </a:t>
            </a:r>
            <a:r>
              <a:rPr lang="en-US" dirty="0" err="1"/>
              <a:t>faecal</a:t>
            </a:r>
            <a:r>
              <a:rPr lang="en-US" dirty="0"/>
              <a:t> matrix is introduced.</a:t>
            </a:r>
          </a:p>
          <a:p>
            <a:pPr algn="l"/>
            <a:endParaRPr lang="en-US" sz="800" dirty="0">
              <a:solidFill>
                <a:schemeClr val="tx2">
                  <a:lumMod val="60000"/>
                  <a:lumOff val="40000"/>
                </a:schemeClr>
              </a:solidFill>
              <a:latin typeface="+mn-lt"/>
            </a:endParaRPr>
          </a:p>
        </p:txBody>
      </p:sp>
      <p:sp>
        <p:nvSpPr>
          <p:cNvPr id="11" name="TextBox 10">
            <a:extLst>
              <a:ext uri="{FF2B5EF4-FFF2-40B4-BE49-F238E27FC236}">
                <a16:creationId xmlns:a16="http://schemas.microsoft.com/office/drawing/2014/main" id="{964CF25A-C09B-B968-CD2D-6A5F89F27208}"/>
              </a:ext>
            </a:extLst>
          </p:cNvPr>
          <p:cNvSpPr txBox="1"/>
          <p:nvPr/>
        </p:nvSpPr>
        <p:spPr>
          <a:xfrm>
            <a:off x="6383172" y="1590190"/>
            <a:ext cx="2402053" cy="2893100"/>
          </a:xfrm>
          <a:prstGeom prst="rect">
            <a:avLst/>
          </a:prstGeom>
          <a:noFill/>
        </p:spPr>
        <p:txBody>
          <a:bodyPr wrap="square" lIns="0" tIns="0" rIns="0" bIns="0" rtlCol="0" anchor="b">
            <a:spAutoFit/>
          </a:bodyPr>
          <a:lstStyle/>
          <a:p>
            <a:r>
              <a:rPr lang="en-US" b="1" cap="all" dirty="0"/>
              <a:t>Expected contribution</a:t>
            </a:r>
            <a:endParaRPr lang="en-US" sz="800" dirty="0"/>
          </a:p>
          <a:p>
            <a:r>
              <a:rPr lang="en-US" b="1" cap="all" dirty="0"/>
              <a:t>Prepare the inputs for WP3</a:t>
            </a:r>
          </a:p>
          <a:p>
            <a:r>
              <a:rPr lang="en-US" dirty="0"/>
              <a:t>Select lead aptamers and workable sample conditions, supported by testing on naturally positive samples where available.</a:t>
            </a:r>
          </a:p>
          <a:p>
            <a:pPr algn="l"/>
            <a:endParaRPr lang="en-US" sz="800" dirty="0">
              <a:solidFill>
                <a:schemeClr val="tx2">
                  <a:lumMod val="60000"/>
                  <a:lumOff val="40000"/>
                </a:schemeClr>
              </a:solidFill>
              <a:latin typeface="+mn-lt"/>
            </a:endParaRPr>
          </a:p>
        </p:txBody>
      </p:sp>
    </p:spTree>
    <p:extLst>
      <p:ext uri="{BB962C8B-B14F-4D97-AF65-F5344CB8AC3E}">
        <p14:creationId xmlns:p14="http://schemas.microsoft.com/office/powerpoint/2010/main" val="1421379762"/>
      </p:ext>
    </p:extLst>
  </p:cSld>
  <p:clrMapOvr>
    <a:masterClrMapping/>
  </p:clrMapOvr>
</p:sld>
</file>

<file path=ppt/theme/theme1.xml><?xml version="1.0" encoding="utf-8"?>
<a:theme xmlns:a="http://schemas.openxmlformats.org/drawingml/2006/main" name="LIST 2019_Multiple Slide Types Template">
  <a:themeElements>
    <a:clrScheme name="2019_LIST_Corporate_ColorTheme_CMYK">
      <a:dk1>
        <a:srgbClr val="141313"/>
      </a:dk1>
      <a:lt1>
        <a:srgbClr val="FFFFFF"/>
      </a:lt1>
      <a:dk2>
        <a:srgbClr val="537992"/>
      </a:dk2>
      <a:lt2>
        <a:srgbClr val="DFF1F0"/>
      </a:lt2>
      <a:accent1>
        <a:srgbClr val="00AEBC"/>
      </a:accent1>
      <a:accent2>
        <a:srgbClr val="2A6D81"/>
      </a:accent2>
      <a:accent3>
        <a:srgbClr val="A2C7C4"/>
      </a:accent3>
      <a:accent4>
        <a:srgbClr val="BDD8D6"/>
      </a:accent4>
      <a:accent5>
        <a:srgbClr val="AFAFAF"/>
      </a:accent5>
      <a:accent6>
        <a:srgbClr val="E50051"/>
      </a:accent6>
      <a:hlink>
        <a:srgbClr val="00AFC8"/>
      </a:hlink>
      <a:folHlink>
        <a:srgbClr val="96969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pattFill prst="dkUpDiag">
          <a:fgClr>
            <a:schemeClr val="bg2">
              <a:lumMod val="50000"/>
            </a:schemeClr>
          </a:fgClr>
          <a:bgClr>
            <a:schemeClr val="bg2">
              <a:lumMod val="65000"/>
            </a:schemeClr>
          </a:bgClr>
        </a:pattFill>
        <a:ln>
          <a:noFill/>
        </a:ln>
      </a:spPr>
      <a:bodyPr wrap="none" lIns="228600" tIns="228600" rIns="228600" bIns="228600" rtlCol="0" anchor="ctr">
        <a:noAutofit/>
      </a:bodyPr>
      <a:lstStyle>
        <a:defPPr algn="ctr">
          <a:defRPr sz="1400" dirty="0" smtClean="0">
            <a:solidFill>
              <a:schemeClr val="bg1"/>
            </a:solidFill>
            <a:latin typeface="Franklin Gothic Demi Cond" panose="020B07060304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0" rIns="0" bIns="0" rtlCol="0" anchor="b">
        <a:spAutoFit/>
      </a:bodyPr>
      <a:lstStyle>
        <a:defPPr algn="l">
          <a:defRPr sz="800" smtClean="0">
            <a:solidFill>
              <a:schemeClr val="tx2">
                <a:lumMod val="60000"/>
                <a:lumOff val="40000"/>
              </a:schemeClr>
            </a:solidFill>
            <a:latin typeface="+mn-lt"/>
          </a:defRPr>
        </a:defPPr>
      </a:lstStyle>
    </a:txDef>
  </a:objectDefaults>
  <a:extraClrSchemeLst/>
  <a:extLst>
    <a:ext uri="{05A4C25C-085E-4340-85A3-A5531E510DB2}">
      <thm15:themeFamily xmlns:thm15="http://schemas.microsoft.com/office/thememl/2012/main" name="2021_LIST_PPT_Template" id="{B4E95B73-79EF-C646-9D58-03712CAF85DB}" vid="{32BA748C-80FD-4F47-A7AC-82D5B85E8CD5}"/>
    </a:ext>
  </a:extLst>
</a:theme>
</file>

<file path=ppt/theme/theme2.xml><?xml version="1.0" encoding="utf-8"?>
<a:theme xmlns:a="http://schemas.openxmlformats.org/drawingml/2006/main" name="Office Theme">
  <a:themeElements>
    <a:clrScheme name="Sophisticated Business">
      <a:dk1>
        <a:sysClr val="windowText" lastClr="000000"/>
      </a:dk1>
      <a:lt1>
        <a:sysClr val="window" lastClr="FFFFFF"/>
      </a:lt1>
      <a:dk2>
        <a:srgbClr val="897C57"/>
      </a:dk2>
      <a:lt2>
        <a:srgbClr val="FFFFFF"/>
      </a:lt2>
      <a:accent1>
        <a:srgbClr val="3C8689"/>
      </a:accent1>
      <a:accent2>
        <a:srgbClr val="E2BA41"/>
      </a:accent2>
      <a:accent3>
        <a:srgbClr val="C8904D"/>
      </a:accent3>
      <a:accent4>
        <a:srgbClr val="66AF9E"/>
      </a:accent4>
      <a:accent5>
        <a:srgbClr val="897C57"/>
      </a:accent5>
      <a:accent6>
        <a:srgbClr val="AF9D66"/>
      </a:accent6>
      <a:hlink>
        <a:srgbClr val="3C8689"/>
      </a:hlink>
      <a:folHlink>
        <a:srgbClr val="897C57"/>
      </a:folHlink>
    </a:clrScheme>
    <a:fontScheme name="Sophisticated Business">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ophisticated Business">
      <a:dk1>
        <a:sysClr val="windowText" lastClr="000000"/>
      </a:dk1>
      <a:lt1>
        <a:sysClr val="window" lastClr="FFFFFF"/>
      </a:lt1>
      <a:dk2>
        <a:srgbClr val="897C57"/>
      </a:dk2>
      <a:lt2>
        <a:srgbClr val="FFFFFF"/>
      </a:lt2>
      <a:accent1>
        <a:srgbClr val="3C8689"/>
      </a:accent1>
      <a:accent2>
        <a:srgbClr val="E2BA41"/>
      </a:accent2>
      <a:accent3>
        <a:srgbClr val="C8904D"/>
      </a:accent3>
      <a:accent4>
        <a:srgbClr val="66AF9E"/>
      </a:accent4>
      <a:accent5>
        <a:srgbClr val="897C57"/>
      </a:accent5>
      <a:accent6>
        <a:srgbClr val="AF9D66"/>
      </a:accent6>
      <a:hlink>
        <a:srgbClr val="3C8689"/>
      </a:hlink>
      <a:folHlink>
        <a:srgbClr val="897C57"/>
      </a:folHlink>
    </a:clrScheme>
    <a:fontScheme name="Sophisticated Business">
      <a:majorFont>
        <a:latin typeface="Franklin Gothic Book"/>
        <a:ea typeface=""/>
        <a:cs typeface=""/>
      </a:majorFont>
      <a:minorFont>
        <a:latin typeface="Franklin Gothic Book"/>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2021_LIST_PPT_Template (1)</Template>
  <TotalTime>0</TotalTime>
  <Words>763</Words>
  <Application>Microsoft Office PowerPoint</Application>
  <PresentationFormat>On-screen Show (16:9)</PresentationFormat>
  <Paragraphs>159</Paragraphs>
  <Slides>20</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Aptos</vt:lpstr>
      <vt:lpstr>Arial</vt:lpstr>
      <vt:lpstr>Bebas Neue</vt:lpstr>
      <vt:lpstr>Bebas Neue Regular</vt:lpstr>
      <vt:lpstr>Calibri</vt:lpstr>
      <vt:lpstr>Cambria</vt:lpstr>
      <vt:lpstr>Franklin Gothic Book</vt:lpstr>
      <vt:lpstr>Franklin Gothic Demi Cond</vt:lpstr>
      <vt:lpstr>Wingdings</vt:lpstr>
      <vt:lpstr>LIST 2019_Multiple Slide Types Template</vt:lpstr>
      <vt:lpstr> Aptamer-Based Detection of Enteric Viruses in FaecalSamples: A Novel Platform to Assess the Viral Risk of FaecalMicrobiota Transplants</vt:lpstr>
      <vt:lpstr>Why we need a rapid test? </vt:lpstr>
      <vt:lpstr>Why norovirus?</vt:lpstr>
      <vt:lpstr>Three work packages</vt:lpstr>
      <vt:lpstr>Work package 1: How much does the viral picture change across the interval? </vt:lpstr>
      <vt:lpstr>How do our aptamers recognise the virus — in buffer and in stool? </vt:lpstr>
      <vt:lpstr>PowerPoint Presentation</vt:lpstr>
      <vt:lpstr>Six candidate with sequences</vt:lpstr>
      <vt:lpstr>Result of the elasa experiments</vt:lpstr>
      <vt:lpstr>Why comparing is difficult?</vt:lpstr>
      <vt:lpstr>Fluorscence polarization</vt:lpstr>
      <vt:lpstr>PowerPoint Presentation</vt:lpstr>
      <vt:lpstr>PowerPoint Presentation</vt:lpstr>
      <vt:lpstr>Identifying aptamers suitable for stool testing </vt:lpstr>
      <vt:lpstr>How to make them comparable?</vt:lpstr>
      <vt:lpstr>How does salt affect aptamer binding? </vt:lpstr>
      <vt:lpstr>The type of the ion matter </vt:lpstr>
      <vt:lpstr>PowerPoint Presentation</vt:lpstr>
      <vt:lpstr>Assessing viral risk in healthy adults’ stools </vt:lpstr>
      <vt:lpstr>Selecting aptamers that can work in stool </vt:lpstr>
    </vt:vector>
  </TitlesOfParts>
  <Company>LIST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Nazanin KHAZALI</dc:creator>
  <cp:lastModifiedBy>Nazanin KHAZALI</cp:lastModifiedBy>
  <cp:revision>8</cp:revision>
  <dcterms:created xsi:type="dcterms:W3CDTF">2026-10-13T11:02:47Z</dcterms:created>
  <dcterms:modified xsi:type="dcterms:W3CDTF">2026-10-20T19:27:07Z</dcterms:modified>
</cp:coreProperties>
</file>